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 id="2147483654" r:id="rId2"/>
    <p:sldMasterId id="2147483655" r:id="rId3"/>
  </p:sldMasterIdLst>
  <p:notesMasterIdLst>
    <p:notesMasterId r:id="rId32"/>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5143500" type="screen16x9"/>
  <p:notesSz cx="6858000" cy="9144000"/>
  <p:embeddedFontLst>
    <p:embeddedFont>
      <p:font typeface="Barlow Semi Condensed" panose="00000506000000000000" pitchFamily="2" charset="0"/>
      <p:regular r:id="rId33"/>
      <p:bold r:id="rId34"/>
      <p:italic r:id="rId35"/>
      <p:boldItalic r:id="rId36"/>
    </p:embeddedFont>
    <p:embeddedFont>
      <p:font typeface="Barlow Semi Condensed Medium" panose="00000606000000000000" pitchFamily="2" charset="0"/>
      <p:regular r:id="rId37"/>
      <p:bold r:id="rId38"/>
      <p:italic r:id="rId39"/>
      <p:boldItalic r:id="rId40"/>
    </p:embeddedFont>
    <p:embeddedFont>
      <p:font typeface="Fjalla One" panose="02000506040000020004" pitchFamily="2" charset="0"/>
      <p:regular r:id="rId41"/>
    </p:embeddedFont>
    <p:embeddedFont>
      <p:font typeface="Noto Sans Symbols" panose="020B060402020202020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489" autoAdjust="0"/>
  </p:normalViewPr>
  <p:slideViewPr>
    <p:cSldViewPr snapToGrid="0">
      <p:cViewPr varScale="1">
        <p:scale>
          <a:sx n="90" d="100"/>
          <a:sy n="90" d="100"/>
        </p:scale>
        <p:origin x="1413" y="39"/>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7.fntdata"/><Relationship Id="rId21" Type="http://schemas.openxmlformats.org/officeDocument/2006/relationships/slide" Target="slides/slide18.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3.fntdata"/><Relationship Id="rId43" Type="http://schemas.openxmlformats.org/officeDocument/2006/relationships/font" Target="fonts/font11.fntdata"/><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e46c792c16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5" name="Google Shape;235;g3e46c792c16_5_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e46c792c16_5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5" name="Google Shape;435;g3e46c792c16_5_26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e46c792c16_5_3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g3e46c792c16_5_3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e46c792c16_5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3" name="Google Shape;463;g3e46c792c16_5_34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e46c792c16_5_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g3e46c792c16_5_34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g3e46c792c16_5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6" name="Google Shape;476;g3e46c792c16_5_37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e46c792c16_5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3" name="Google Shape;483;g3e46c792c16_5_39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e46c792c16_5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Clr>
                <a:schemeClr val="dk1"/>
              </a:buClr>
              <a:buFont typeface="Arial"/>
              <a:buNone/>
            </a:pPr>
            <a:r>
              <a:rPr lang="pt-PT" sz="1480">
                <a:solidFill>
                  <a:srgbClr val="494949"/>
                </a:solidFill>
                <a:latin typeface="Barlow Semi Condensed"/>
                <a:ea typeface="Barlow Semi Condensed"/>
                <a:cs typeface="Barlow Semi Condensed"/>
                <a:sym typeface="Barlow Semi Condensed"/>
              </a:rPr>
              <a:t>describes where the cloud infrastructure is located and who uses it</a:t>
            </a:r>
            <a:endParaRPr/>
          </a:p>
        </p:txBody>
      </p:sp>
      <p:sp>
        <p:nvSpPr>
          <p:cNvPr id="494" name="Google Shape;494;g3e46c792c16_5_37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e46c792c16_5_4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40001"/>
              </a:lnSpc>
              <a:spcBef>
                <a:spcPts val="0"/>
              </a:spcBef>
              <a:spcAft>
                <a:spcPts val="0"/>
              </a:spcAft>
              <a:buClr>
                <a:schemeClr val="dk1"/>
              </a:buClr>
              <a:buSzPts val="1100"/>
              <a:buFont typeface="Arial"/>
              <a:buNone/>
            </a:pPr>
            <a:r>
              <a:rPr lang="pt-PT" sz="1480">
                <a:solidFill>
                  <a:srgbClr val="494949"/>
                </a:solidFill>
                <a:latin typeface="Barlow Semi Condensed"/>
                <a:ea typeface="Barlow Semi Condensed"/>
                <a:cs typeface="Barlow Semi Condensed"/>
                <a:sym typeface="Barlow Semi Condensed"/>
              </a:rPr>
              <a:t>Example public: using servers from Amazon Web Services or Google.</a:t>
            </a:r>
            <a:endParaRPr/>
          </a:p>
        </p:txBody>
      </p:sp>
      <p:sp>
        <p:nvSpPr>
          <p:cNvPr id="499" name="Google Shape;499;g3e46c792c16_5_40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3e46c792c16_1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Next, </a:t>
            </a:r>
            <a:r>
              <a:rPr lang="en-US" dirty="0" err="1"/>
              <a:t>i'm</a:t>
            </a:r>
            <a:r>
              <a:rPr lang="en-US" dirty="0"/>
              <a:t> going to speak on the advantages and disadvantages of Cloud Computing.</a:t>
            </a:r>
            <a:br>
              <a:rPr lang="en-US" dirty="0"/>
            </a:br>
            <a:br>
              <a:rPr lang="en-US" dirty="0"/>
            </a:br>
            <a:endParaRPr dirty="0"/>
          </a:p>
        </p:txBody>
      </p:sp>
      <p:sp>
        <p:nvSpPr>
          <p:cNvPr id="510" name="Google Shape;510;g3e46c792c16_1_1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g3e46c792c16_1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Some of the key benefits of Cloud Computing consist of: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Cost Efficiency: Reduced Hardware and Software Expenses, Lower Energy Consumption, Minimal Maintenance Costs, Pay-As-You-Go Pricing Model</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dirty="0"/>
            </a:br>
            <a:r>
              <a:rPr lang="en-US" b="1" dirty="0"/>
              <a:t>Scalability and Flexibility: Easy Resource Allocation and Management, Rapid Deployment of Applications and Services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b="1"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b="1" dirty="0"/>
              <a:t>Accessibility and Mobility: Access to Data and Applications From Anywhere, Improved Collaboration and Productivity, Support for Remote Work and Distributed Teams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dirty="0"/>
            </a:br>
            <a:r>
              <a:rPr lang="en-US" b="1" dirty="0"/>
              <a:t>Enhanced Security (Security and compliance (when managed correctly)): Centralized Data Storage and Protection, Regular Security Updates and Patches, Advanced Encryption and Authentication Methods, Disaster Recovery and Business Continuity, Automated Data Backup and Recovery, Reduced Downtime and Data Loss, Simplified Disaster Recovery Planning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dirty="0"/>
            </a:br>
            <a:r>
              <a:rPr lang="en-US" b="1" dirty="0"/>
              <a:t>Sustainability of cloud environment - Companies using cloud computing utilize only the computing power they need, which, in turn, reduces their carbon footprint</a:t>
            </a:r>
            <a:r>
              <a:rPr lang="en-US" dirty="0"/>
              <a:t>. </a:t>
            </a:r>
          </a:p>
        </p:txBody>
      </p:sp>
      <p:sp>
        <p:nvSpPr>
          <p:cNvPr id="519" name="Google Shape;519;g3e46c792c16_1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3e46c792c16_1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buNone/>
            </a:pPr>
            <a:r>
              <a:rPr lang="en-US" dirty="0"/>
              <a:t>Even though the advantages may be significant, there are still a few drawbacks to using Cloud Computing Services:</a:t>
            </a:r>
            <a:br>
              <a:rPr lang="en-US" dirty="0"/>
            </a:br>
            <a:br>
              <a:rPr lang="en-US" dirty="0"/>
            </a:br>
            <a:r>
              <a:rPr lang="en-US" b="1" dirty="0"/>
              <a:t>Data Privacy and Security Concerns: Potential for Data Breaches and Unauthorized Access, Compliance With Data Protection Regulations, Trusting Third-Party Providers With Sensitive Information</a:t>
            </a:r>
          </a:p>
          <a:p>
            <a:pPr marL="158750" indent="0" rtl="0">
              <a:buNone/>
            </a:pPr>
            <a:r>
              <a:rPr lang="en-US" b="1" dirty="0"/>
              <a:t>Limited Control and Customization: Dependence on Cloud Service Providers, Restrictions on Software and Hardware Customization, Network Dependency and Connectivity Issues, Reliance on Stable Internet Connection, Performance Issues Due to Network Latency, Vulnerability to Distributed Denial-of-Service (DDoS) Attacks</a:t>
            </a:r>
            <a:br>
              <a:rPr lang="en-US" dirty="0"/>
            </a:br>
            <a:r>
              <a:rPr lang="en-US" b="1" dirty="0"/>
              <a:t>Downtime and Service Reliability issues: Risk of Outages and Service Disruptions, Shared Resources and Potential for Performance Degradation</a:t>
            </a:r>
            <a:br>
              <a:rPr lang="en-US" dirty="0"/>
            </a:br>
            <a:br>
              <a:rPr lang="en-US" dirty="0"/>
            </a:br>
            <a:r>
              <a:rPr lang="en-US" b="1" dirty="0"/>
              <a:t>Ongoing operational costs</a:t>
            </a:r>
            <a:br>
              <a:rPr lang="en-US" dirty="0"/>
            </a:br>
            <a:r>
              <a:rPr lang="en-US" b="1" dirty="0"/>
              <a:t>Security risks and data privacy concerns</a:t>
            </a:r>
            <a:br>
              <a:rPr lang="en-US" dirty="0"/>
            </a:br>
            <a:r>
              <a:rPr lang="en-US" b="1" dirty="0"/>
              <a:t>Downtime and reliability issues</a:t>
            </a:r>
            <a:br>
              <a:rPr lang="en-US" dirty="0"/>
            </a:br>
            <a:r>
              <a:rPr lang="en-US" b="1" dirty="0"/>
              <a:t>Limited control over infrastructure</a:t>
            </a:r>
          </a:p>
          <a:p>
            <a:pPr marL="158750" indent="0" rtl="0">
              <a:buNone/>
            </a:pPr>
            <a:r>
              <a:rPr lang="en-US" b="1" dirty="0"/>
              <a:t>Limited portability</a:t>
            </a:r>
            <a:endParaRPr lang="en-US" dirty="0"/>
          </a:p>
          <a:p>
            <a:pPr marL="0" lvl="0" indent="0" algn="l" rtl="0">
              <a:spcBef>
                <a:spcPts val="0"/>
              </a:spcBef>
              <a:spcAft>
                <a:spcPts val="0"/>
              </a:spcAft>
              <a:buNone/>
            </a:pPr>
            <a:endParaRPr dirty="0"/>
          </a:p>
        </p:txBody>
      </p:sp>
      <p:sp>
        <p:nvSpPr>
          <p:cNvPr id="527" name="Google Shape;527;g3e46c792c16_1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e46c792c16_1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5" name="Google Shape;535;g3e46c792c16_1_13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e46c792c16_1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US" dirty="0"/>
            </a:br>
            <a:r>
              <a:rPr lang="en-US" b="1" dirty="0"/>
              <a:t>Key features of Local Server Solutions:</a:t>
            </a:r>
            <a:br>
              <a:rPr lang="en-US" dirty="0"/>
            </a:br>
            <a:br>
              <a:rPr lang="en-US" dirty="0"/>
            </a:br>
            <a:r>
              <a:rPr lang="en-US" b="1" dirty="0"/>
              <a:t>Control (</a:t>
            </a:r>
            <a:r>
              <a:rPr lang="en-US" dirty="0"/>
              <a:t>Businesses have full control over their infrastructure and data, including customization and security protocols.)</a:t>
            </a:r>
            <a:br>
              <a:rPr lang="en-US" dirty="0"/>
            </a:br>
            <a:r>
              <a:rPr lang="en-US" b="1" dirty="0"/>
              <a:t>Performance (</a:t>
            </a:r>
            <a:r>
              <a:rPr lang="en-US" dirty="0"/>
              <a:t> For companies that prioritize speed and reliability in environments with limited or no internet access, on-premise servers can offer consistent performance.)</a:t>
            </a:r>
            <a:br>
              <a:rPr lang="en-US" dirty="0"/>
            </a:br>
            <a:r>
              <a:rPr lang="en-US" b="1" dirty="0"/>
              <a:t>Cost Structure (</a:t>
            </a:r>
            <a:r>
              <a:rPr lang="en-US" dirty="0"/>
              <a:t> Server solutions require a significant upfront investment in hardware, licenses, and IT personnel, but they may have lower ongoing subscription costs.)</a:t>
            </a:r>
            <a:br>
              <a:rPr lang="en-US" dirty="0"/>
            </a:br>
            <a:r>
              <a:rPr lang="en-US" b="1" dirty="0"/>
              <a:t>Security (</a:t>
            </a:r>
            <a:r>
              <a:rPr lang="en-US" dirty="0"/>
              <a:t> With dedicated control, businesses can implement stringent security measures to protect sensitive data.)</a:t>
            </a:r>
          </a:p>
          <a:p>
            <a:pPr marL="0" lvl="0" indent="0" algn="l" rtl="0">
              <a:spcBef>
                <a:spcPts val="0"/>
              </a:spcBef>
              <a:spcAft>
                <a:spcPts val="0"/>
              </a:spcAft>
              <a:buNone/>
            </a:pPr>
            <a:endParaRPr dirty="0"/>
          </a:p>
        </p:txBody>
      </p:sp>
      <p:sp>
        <p:nvSpPr>
          <p:cNvPr id="544" name="Google Shape;544;g3e46c792c16_1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e46c792c16_1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Key features of Cloud-Based Solutions:</a:t>
            </a:r>
            <a:br>
              <a:rPr lang="en-US" dirty="0"/>
            </a:br>
            <a:r>
              <a:rPr lang="en-US" b="1" dirty="0"/>
              <a:t>Accessibility (</a:t>
            </a:r>
            <a:r>
              <a:rPr lang="en-US" dirty="0"/>
              <a:t>Users can access the software or data from anywhere with an internet connection.</a:t>
            </a:r>
            <a:r>
              <a:rPr lang="en-US" b="1" dirty="0"/>
              <a:t>)</a:t>
            </a:r>
            <a:br>
              <a:rPr lang="en-US" dirty="0"/>
            </a:br>
            <a:r>
              <a:rPr lang="en-US" b="1" dirty="0"/>
              <a:t>Scalability (</a:t>
            </a:r>
            <a:r>
              <a:rPr lang="en-US" dirty="0"/>
              <a:t>Cloud systems can easily scale up or down depending on the needs of your business.</a:t>
            </a:r>
            <a:r>
              <a:rPr lang="en-US" b="1" dirty="0"/>
              <a:t>)</a:t>
            </a:r>
            <a:br>
              <a:rPr lang="en-US" dirty="0"/>
            </a:br>
            <a:r>
              <a:rPr lang="en-US" b="1" dirty="0"/>
              <a:t>Maintenance (</a:t>
            </a:r>
            <a:r>
              <a:rPr lang="en-US" dirty="0"/>
              <a:t>The cloud provider is responsible for server maintenance, updates, and security, reducing the burden on in-house IT teams.</a:t>
            </a:r>
            <a:r>
              <a:rPr lang="en-US" b="1" dirty="0"/>
              <a:t>)</a:t>
            </a:r>
            <a:br>
              <a:rPr lang="en-US" dirty="0"/>
            </a:br>
            <a:r>
              <a:rPr lang="en-US" b="1" dirty="0"/>
              <a:t>Cost Structure (</a:t>
            </a:r>
            <a:r>
              <a:rPr lang="en-US" dirty="0"/>
              <a:t>Most cloud services operate on a subscription-based model, which can reduce upfront costs</a:t>
            </a:r>
            <a:r>
              <a:rPr lang="en-US" b="1" dirty="0"/>
              <a:t>)</a:t>
            </a:r>
            <a:endParaRPr dirty="0"/>
          </a:p>
        </p:txBody>
      </p:sp>
      <p:sp>
        <p:nvSpPr>
          <p:cNvPr id="552" name="Google Shape;552;g3e46c792c16_1_2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g3e46c792c16_1_2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rtl="0">
              <a:buNone/>
            </a:pPr>
            <a:r>
              <a:rPr lang="en-US" b="1" u="sng" dirty="0"/>
              <a:t>Personal opinion:</a:t>
            </a:r>
            <a:br>
              <a:rPr lang="en-US" dirty="0"/>
            </a:br>
            <a:br>
              <a:rPr lang="en-US" dirty="0"/>
            </a:br>
            <a:r>
              <a:rPr lang="en-US" dirty="0"/>
              <a:t>In my personal opinion, there is no right answer for the choice of using or not using Cloud Services, and to choose Cloud Servers or On-Premise servers, it will depend on the compromises (and of course the amount of funds available for IT services and staff) each company is willing to make to protect their data, or if they want more flexibility and scalability of the business in the future. The most important thing is to make an informed decision, considering the pros and cons of every approach, and a plan for if changes arise in the future of each specific company.</a:t>
            </a:r>
          </a:p>
        </p:txBody>
      </p:sp>
      <p:sp>
        <p:nvSpPr>
          <p:cNvPr id="560" name="Google Shape;560;g3e46c792c16_1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e46c792c16_1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7" name="Google Shape;567;g3e46c792c16_1_14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e46c792c16_1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5" name="Google Shape;575;g3e46c792c16_1_18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e46c792c16_1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82" name="Google Shape;582;g3e46c792c16_1_22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e46c792c16_1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9" name="Google Shape;589;g3e46c792c16_1_1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3e46c792c16_1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9" name="Google Shape;599;g3e46c792c16_1_19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3e46c792c16_1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6" name="Google Shape;606;g3e46c792c16_1_2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3e46c792c16_1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3" name="Google Shape;613;g3e46c792c16_1_14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g3e46c792c16_1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1" name="Google Shape;621;g3e46c792c16_1_20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e46c792c16_1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8" name="Google Shape;628;g3e46c792c16_1_2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3e46c792c16_1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5" name="Google Shape;635;g3e46c792c16_1_1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3e46c792c16_1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3" name="Google Shape;643;g3e46c792c16_1_20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ed07f517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3ed07f517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stories.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lt1"/>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4572000" y="1850040"/>
            <a:ext cx="4088400" cy="1791600"/>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cxnSp>
        <p:nvCxnSpPr>
          <p:cNvPr id="8" name="Google Shape;8;p2"/>
          <p:cNvCxnSpPr/>
          <p:nvPr/>
        </p:nvCxnSpPr>
        <p:spPr>
          <a:xfrm flipH="1">
            <a:off x="5827080" y="451080"/>
            <a:ext cx="1672800" cy="126300"/>
          </a:xfrm>
          <a:prstGeom prst="straightConnector1">
            <a:avLst/>
          </a:prstGeom>
          <a:noFill/>
          <a:ln w="9525" cap="flat" cmpd="sng">
            <a:solidFill>
              <a:srgbClr val="3D3D3D"/>
            </a:solidFill>
            <a:prstDash val="solid"/>
            <a:round/>
            <a:headEnd type="none" w="sm" len="sm"/>
            <a:tailEnd type="none" w="sm" len="sm"/>
          </a:ln>
        </p:spPr>
      </p:cxnSp>
      <p:cxnSp>
        <p:nvCxnSpPr>
          <p:cNvPr id="9" name="Google Shape;9;p2"/>
          <p:cNvCxnSpPr/>
          <p:nvPr/>
        </p:nvCxnSpPr>
        <p:spPr>
          <a:xfrm rot="10800000">
            <a:off x="7512840" y="457620"/>
            <a:ext cx="829800" cy="743700"/>
          </a:xfrm>
          <a:prstGeom prst="straightConnector1">
            <a:avLst/>
          </a:prstGeom>
          <a:noFill/>
          <a:ln w="9525" cap="flat" cmpd="sng">
            <a:solidFill>
              <a:srgbClr val="3D3D3D"/>
            </a:solidFill>
            <a:prstDash val="solid"/>
            <a:round/>
            <a:headEnd type="none" w="sm" len="sm"/>
            <a:tailEnd type="none" w="sm" len="sm"/>
          </a:ln>
        </p:spPr>
      </p:cxnSp>
      <p:cxnSp>
        <p:nvCxnSpPr>
          <p:cNvPr id="10" name="Google Shape;10;p2"/>
          <p:cNvCxnSpPr/>
          <p:nvPr/>
        </p:nvCxnSpPr>
        <p:spPr>
          <a:xfrm flipH="1">
            <a:off x="8348700" y="-6480"/>
            <a:ext cx="797100" cy="1188000"/>
          </a:xfrm>
          <a:prstGeom prst="straightConnector1">
            <a:avLst/>
          </a:prstGeom>
          <a:noFill/>
          <a:ln w="9525" cap="flat" cmpd="sng">
            <a:solidFill>
              <a:srgbClr val="3D3D3D"/>
            </a:solidFill>
            <a:prstDash val="solid"/>
            <a:round/>
            <a:headEnd type="none" w="sm" len="sm"/>
            <a:tailEnd type="none" w="sm" len="sm"/>
          </a:ln>
        </p:spPr>
      </p:cxnSp>
      <p:grpSp>
        <p:nvGrpSpPr>
          <p:cNvPr id="11" name="Google Shape;11;p2"/>
          <p:cNvGrpSpPr/>
          <p:nvPr/>
        </p:nvGrpSpPr>
        <p:grpSpPr>
          <a:xfrm>
            <a:off x="8064360" y="887760"/>
            <a:ext cx="581393" cy="582117"/>
            <a:chOff x="8064360" y="887760"/>
            <a:chExt cx="581393" cy="582117"/>
          </a:xfrm>
        </p:grpSpPr>
        <p:sp>
          <p:nvSpPr>
            <p:cNvPr id="12" name="Google Shape;12;p2"/>
            <p:cNvSpPr/>
            <p:nvPr/>
          </p:nvSpPr>
          <p:spPr>
            <a:xfrm>
              <a:off x="8068680" y="892800"/>
              <a:ext cx="572417" cy="57203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3" name="Google Shape;13;p2"/>
            <p:cNvSpPr/>
            <p:nvPr/>
          </p:nvSpPr>
          <p:spPr>
            <a:xfrm>
              <a:off x="8064360" y="887760"/>
              <a:ext cx="581393" cy="582117"/>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4" name="Google Shape;14;p2"/>
            <p:cNvSpPr/>
            <p:nvPr/>
          </p:nvSpPr>
          <p:spPr>
            <a:xfrm>
              <a:off x="8141040" y="965160"/>
              <a:ext cx="427700" cy="42695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5" name="Google Shape;15;p2"/>
            <p:cNvSpPr/>
            <p:nvPr/>
          </p:nvSpPr>
          <p:spPr>
            <a:xfrm>
              <a:off x="8136720" y="960480"/>
              <a:ext cx="436663" cy="437038"/>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6" name="Google Shape;16;p2"/>
            <p:cNvSpPr/>
            <p:nvPr/>
          </p:nvSpPr>
          <p:spPr>
            <a:xfrm>
              <a:off x="8219880" y="1044000"/>
              <a:ext cx="270003" cy="270003"/>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7" name="Google Shape;17;p2"/>
            <p:cNvSpPr/>
            <p:nvPr/>
          </p:nvSpPr>
          <p:spPr>
            <a:xfrm>
              <a:off x="8215200" y="1039320"/>
              <a:ext cx="279355" cy="279002"/>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8" name="Google Shape;18;p2"/>
          <p:cNvGrpSpPr/>
          <p:nvPr/>
        </p:nvGrpSpPr>
        <p:grpSpPr>
          <a:xfrm>
            <a:off x="7353000" y="316440"/>
            <a:ext cx="291587" cy="292312"/>
            <a:chOff x="7353000" y="316440"/>
            <a:chExt cx="291587" cy="292312"/>
          </a:xfrm>
        </p:grpSpPr>
        <p:sp>
          <p:nvSpPr>
            <p:cNvPr id="19" name="Google Shape;19;p2"/>
            <p:cNvSpPr/>
            <p:nvPr/>
          </p:nvSpPr>
          <p:spPr>
            <a:xfrm>
              <a:off x="7358040" y="321120"/>
              <a:ext cx="282239" cy="282239"/>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0" name="Google Shape;20;p2"/>
            <p:cNvSpPr/>
            <p:nvPr/>
          </p:nvSpPr>
          <p:spPr>
            <a:xfrm>
              <a:off x="7353000" y="316440"/>
              <a:ext cx="291587" cy="292312"/>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1" name="Google Shape;21;p2"/>
            <p:cNvSpPr/>
            <p:nvPr/>
          </p:nvSpPr>
          <p:spPr>
            <a:xfrm>
              <a:off x="7419960" y="383040"/>
              <a:ext cx="158038" cy="158047"/>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2" name="Google Shape;22;p2"/>
            <p:cNvSpPr/>
            <p:nvPr/>
          </p:nvSpPr>
          <p:spPr>
            <a:xfrm>
              <a:off x="7415640" y="378720"/>
              <a:ext cx="167398" cy="167406"/>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23" name="Google Shape;23;p2"/>
          <p:cNvSpPr/>
          <p:nvPr/>
        </p:nvSpPr>
        <p:spPr>
          <a:xfrm>
            <a:off x="5690520" y="425880"/>
            <a:ext cx="288385" cy="287994"/>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4" name="Google Shape;24;p2"/>
          <p:cNvSpPr/>
          <p:nvPr/>
        </p:nvSpPr>
        <p:spPr>
          <a:xfrm>
            <a:off x="5688360" y="423360"/>
            <a:ext cx="292704" cy="293039"/>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 name="Google Shape;25;p2"/>
          <p:cNvSpPr/>
          <p:nvPr/>
        </p:nvSpPr>
        <p:spPr>
          <a:xfrm>
            <a:off x="5727240" y="462240"/>
            <a:ext cx="215284" cy="214909"/>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6" name="Google Shape;26;p2"/>
          <p:cNvSpPr/>
          <p:nvPr/>
        </p:nvSpPr>
        <p:spPr>
          <a:xfrm>
            <a:off x="5724720" y="459720"/>
            <a:ext cx="219599" cy="219962"/>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 name="Google Shape;27;p2"/>
          <p:cNvSpPr/>
          <p:nvPr/>
        </p:nvSpPr>
        <p:spPr>
          <a:xfrm>
            <a:off x="5766480" y="501840"/>
            <a:ext cx="135718" cy="135718"/>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68025" rIns="91425" bIns="680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8" name="Google Shape;28;p2"/>
          <p:cNvSpPr/>
          <p:nvPr/>
        </p:nvSpPr>
        <p:spPr>
          <a:xfrm>
            <a:off x="5764320" y="499680"/>
            <a:ext cx="140755" cy="14039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70200" rIns="91425" bIns="70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nvGrpSpPr>
          <p:cNvPr id="29" name="Google Shape;29;p2"/>
          <p:cNvGrpSpPr/>
          <p:nvPr/>
        </p:nvGrpSpPr>
        <p:grpSpPr>
          <a:xfrm>
            <a:off x="5443200" y="289440"/>
            <a:ext cx="175020" cy="26700"/>
            <a:chOff x="5443200" y="289440"/>
            <a:chExt cx="175020" cy="26700"/>
          </a:xfrm>
        </p:grpSpPr>
        <p:sp>
          <p:nvSpPr>
            <p:cNvPr id="30" name="Google Shape;30;p2"/>
            <p:cNvSpPr/>
            <p:nvPr/>
          </p:nvSpPr>
          <p:spPr>
            <a:xfrm>
              <a:off x="5443200" y="2894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 name="Google Shape;31;p2"/>
            <p:cNvSpPr/>
            <p:nvPr/>
          </p:nvSpPr>
          <p:spPr>
            <a:xfrm>
              <a:off x="5517360" y="2894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 name="Google Shape;32;p2"/>
            <p:cNvSpPr/>
            <p:nvPr/>
          </p:nvSpPr>
          <p:spPr>
            <a:xfrm>
              <a:off x="5591520" y="2894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33" name="Google Shape;33;p2"/>
          <p:cNvGrpSpPr/>
          <p:nvPr/>
        </p:nvGrpSpPr>
        <p:grpSpPr>
          <a:xfrm>
            <a:off x="8489880" y="171000"/>
            <a:ext cx="175020" cy="26700"/>
            <a:chOff x="8489880" y="171000"/>
            <a:chExt cx="175020" cy="26700"/>
          </a:xfrm>
        </p:grpSpPr>
        <p:sp>
          <p:nvSpPr>
            <p:cNvPr id="34" name="Google Shape;34;p2"/>
            <p:cNvSpPr/>
            <p:nvPr/>
          </p:nvSpPr>
          <p:spPr>
            <a:xfrm>
              <a:off x="8489880" y="17100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 name="Google Shape;35;p2"/>
            <p:cNvSpPr/>
            <p:nvPr/>
          </p:nvSpPr>
          <p:spPr>
            <a:xfrm>
              <a:off x="8564040" y="17100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6" name="Google Shape;36;p2"/>
            <p:cNvSpPr/>
            <p:nvPr/>
          </p:nvSpPr>
          <p:spPr>
            <a:xfrm>
              <a:off x="8638200" y="17100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37" name="Google Shape;37;p2"/>
          <p:cNvGrpSpPr/>
          <p:nvPr/>
        </p:nvGrpSpPr>
        <p:grpSpPr>
          <a:xfrm>
            <a:off x="8068680" y="1581840"/>
            <a:ext cx="174660" cy="26700"/>
            <a:chOff x="8068680" y="1581840"/>
            <a:chExt cx="174660" cy="26700"/>
          </a:xfrm>
        </p:grpSpPr>
        <p:sp>
          <p:nvSpPr>
            <p:cNvPr id="38" name="Google Shape;38;p2"/>
            <p:cNvSpPr/>
            <p:nvPr/>
          </p:nvSpPr>
          <p:spPr>
            <a:xfrm>
              <a:off x="8068680" y="15818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 name="Google Shape;39;p2"/>
            <p:cNvSpPr/>
            <p:nvPr/>
          </p:nvSpPr>
          <p:spPr>
            <a:xfrm>
              <a:off x="8142840" y="15818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 name="Google Shape;40;p2"/>
            <p:cNvSpPr/>
            <p:nvPr/>
          </p:nvSpPr>
          <p:spPr>
            <a:xfrm>
              <a:off x="8216640" y="15818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41" name="Google Shape;41;p2"/>
          <p:cNvSpPr txBox="1">
            <a:spLocks noGrp="1"/>
          </p:cNvSpPr>
          <p:nvPr>
            <p:ph type="body" idx="1"/>
          </p:nvPr>
        </p:nvSpPr>
        <p:spPr>
          <a:xfrm>
            <a:off x="457200" y="1203480"/>
            <a:ext cx="8229300" cy="298290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_9" type="blank">
  <p:cSld name="BLANK">
    <p:bg>
      <p:bgPr>
        <a:solidFill>
          <a:schemeClr val="lt1"/>
        </a:solidFill>
        <a:effectLst/>
      </p:bgPr>
    </p:bg>
    <p:spTree>
      <p:nvGrpSpPr>
        <p:cNvPr id="1" name="Shape 42"/>
        <p:cNvGrpSpPr/>
        <p:nvPr/>
      </p:nvGrpSpPr>
      <p:grpSpPr>
        <a:xfrm>
          <a:off x="0" y="0"/>
          <a:ext cx="0" cy="0"/>
          <a:chOff x="0" y="0"/>
          <a:chExt cx="0" cy="0"/>
        </a:xfrm>
      </p:grpSpPr>
      <p:sp>
        <p:nvSpPr>
          <p:cNvPr id="43" name="Google Shape;43;p3"/>
          <p:cNvSpPr txBox="1">
            <a:spLocks noGrp="1"/>
          </p:cNvSpPr>
          <p:nvPr>
            <p:ph type="title"/>
          </p:nvPr>
        </p:nvSpPr>
        <p:spPr>
          <a:xfrm>
            <a:off x="2105280" y="384120"/>
            <a:ext cx="4937400" cy="107880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44" name="Google Shape;44;p3"/>
          <p:cNvSpPr/>
          <p:nvPr/>
        </p:nvSpPr>
        <p:spPr>
          <a:xfrm>
            <a:off x="2097360" y="3664080"/>
            <a:ext cx="4945200" cy="7620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None/>
            </a:pPr>
            <a:r>
              <a:rPr lang="pt-PT" sz="1100" b="0" i="0" u="none" strike="noStrike" cap="none">
                <a:solidFill>
                  <a:schemeClr val="accent1"/>
                </a:solidFill>
                <a:latin typeface="Barlow Semi Condensed Medium"/>
                <a:ea typeface="Barlow Semi Condensed Medium"/>
                <a:cs typeface="Barlow Semi Condensed Medium"/>
                <a:sym typeface="Barlow Semi Condensed Medium"/>
              </a:rPr>
              <a:t>CREDITS:</a:t>
            </a:r>
            <a:r>
              <a:rPr lang="pt-PT" sz="1100" b="0" i="0" u="none" strike="noStrike" cap="none">
                <a:solidFill>
                  <a:schemeClr val="dk2"/>
                </a:solidFill>
                <a:latin typeface="Barlow Semi Condensed"/>
                <a:ea typeface="Barlow Semi Condensed"/>
                <a:cs typeface="Barlow Semi Condensed"/>
                <a:sym typeface="Barlow Semi Condensed"/>
              </a:rPr>
              <a:t> This presentation template was created by </a:t>
            </a:r>
            <a:r>
              <a:rPr lang="pt-PT" sz="1100" b="0" i="0" u="sng" strike="noStrike" cap="none">
                <a:solidFill>
                  <a:schemeClr val="accent1"/>
                </a:solid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pt-PT" sz="1100" b="0" i="0" u="none" strike="noStrike" cap="none">
                <a:solidFill>
                  <a:schemeClr val="dk2"/>
                </a:solidFill>
                <a:latin typeface="Barlow Semi Condensed"/>
                <a:ea typeface="Barlow Semi Condensed"/>
                <a:cs typeface="Barlow Semi Condensed"/>
                <a:sym typeface="Barlow Semi Condensed"/>
              </a:rPr>
              <a:t>, including icons, infographics &amp; images by </a:t>
            </a:r>
            <a:r>
              <a:rPr lang="pt-PT" sz="1100" b="0" i="0" u="sng" strike="noStrike" cap="none">
                <a:solidFill>
                  <a:schemeClr val="accent1"/>
                </a:solid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Freepik</a:t>
            </a:r>
            <a:r>
              <a:rPr lang="pt-PT" sz="1100" b="0" i="0" u="none" strike="noStrike" cap="none">
                <a:solidFill>
                  <a:schemeClr val="dk2"/>
                </a:solidFill>
                <a:latin typeface="Barlow Semi Condensed"/>
                <a:ea typeface="Barlow Semi Condensed"/>
                <a:cs typeface="Barlow Semi Condensed"/>
                <a:sym typeface="Barlow Semi Condensed"/>
              </a:rPr>
              <a:t> and illustrations by </a:t>
            </a:r>
            <a:r>
              <a:rPr lang="pt-PT" sz="1100" b="0" i="0" u="sng" strike="noStrike" cap="none">
                <a:solidFill>
                  <a:schemeClr val="accent1"/>
                </a:solid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Stories</a:t>
            </a:r>
            <a:endParaRPr sz="1100" b="0" i="0" u="none" strike="noStrike" cap="none">
              <a:solidFill>
                <a:srgbClr val="000000"/>
              </a:solidFill>
              <a:latin typeface="Noto Sans Symbols"/>
              <a:ea typeface="Noto Sans Symbols"/>
              <a:cs typeface="Noto Sans Symbols"/>
              <a:sym typeface="Noto Sans Symbols"/>
            </a:endParaRPr>
          </a:p>
          <a:p>
            <a:pPr marL="0" marR="0" lvl="0" indent="0" algn="ctr"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cxnSp>
        <p:nvCxnSpPr>
          <p:cNvPr id="45" name="Google Shape;45;p3"/>
          <p:cNvCxnSpPr/>
          <p:nvPr/>
        </p:nvCxnSpPr>
        <p:spPr>
          <a:xfrm flipH="1">
            <a:off x="7682880" y="2910960"/>
            <a:ext cx="306600" cy="1133700"/>
          </a:xfrm>
          <a:prstGeom prst="straightConnector1">
            <a:avLst/>
          </a:prstGeom>
          <a:noFill/>
          <a:ln w="9525" cap="flat" cmpd="sng">
            <a:solidFill>
              <a:srgbClr val="494949"/>
            </a:solidFill>
            <a:prstDash val="solid"/>
            <a:round/>
            <a:headEnd type="none" w="sm" len="sm"/>
            <a:tailEnd type="none" w="sm" len="sm"/>
          </a:ln>
        </p:spPr>
      </p:cxnSp>
      <p:cxnSp>
        <p:nvCxnSpPr>
          <p:cNvPr id="46" name="Google Shape;46;p3"/>
          <p:cNvCxnSpPr/>
          <p:nvPr/>
        </p:nvCxnSpPr>
        <p:spPr>
          <a:xfrm>
            <a:off x="7694640" y="1568880"/>
            <a:ext cx="315600" cy="1342500"/>
          </a:xfrm>
          <a:prstGeom prst="straightConnector1">
            <a:avLst/>
          </a:prstGeom>
          <a:noFill/>
          <a:ln w="9525" cap="flat" cmpd="sng">
            <a:solidFill>
              <a:srgbClr val="494949"/>
            </a:solidFill>
            <a:prstDash val="solid"/>
            <a:round/>
            <a:headEnd type="none" w="sm" len="sm"/>
            <a:tailEnd type="none" w="sm" len="sm"/>
          </a:ln>
        </p:spPr>
      </p:cxnSp>
      <p:cxnSp>
        <p:nvCxnSpPr>
          <p:cNvPr id="47" name="Google Shape;47;p3"/>
          <p:cNvCxnSpPr/>
          <p:nvPr/>
        </p:nvCxnSpPr>
        <p:spPr>
          <a:xfrm flipH="1">
            <a:off x="7702200" y="266400"/>
            <a:ext cx="392400" cy="1332300"/>
          </a:xfrm>
          <a:prstGeom prst="straightConnector1">
            <a:avLst/>
          </a:prstGeom>
          <a:noFill/>
          <a:ln w="9525" cap="flat" cmpd="sng">
            <a:solidFill>
              <a:srgbClr val="494949"/>
            </a:solidFill>
            <a:prstDash val="solid"/>
            <a:round/>
            <a:headEnd type="none" w="sm" len="sm"/>
            <a:tailEnd type="none" w="sm" len="sm"/>
          </a:ln>
        </p:spPr>
      </p:cxnSp>
      <p:cxnSp>
        <p:nvCxnSpPr>
          <p:cNvPr id="48" name="Google Shape;48;p3"/>
          <p:cNvCxnSpPr/>
          <p:nvPr/>
        </p:nvCxnSpPr>
        <p:spPr>
          <a:xfrm flipH="1">
            <a:off x="8101860" y="0"/>
            <a:ext cx="407100" cy="273900"/>
          </a:xfrm>
          <a:prstGeom prst="straightConnector1">
            <a:avLst/>
          </a:prstGeom>
          <a:noFill/>
          <a:ln w="9525" cap="flat" cmpd="sng">
            <a:solidFill>
              <a:srgbClr val="494949"/>
            </a:solidFill>
            <a:prstDash val="solid"/>
            <a:round/>
            <a:headEnd type="none" w="sm" len="sm"/>
            <a:tailEnd type="none" w="sm" len="sm"/>
          </a:ln>
        </p:spPr>
      </p:cxnSp>
      <p:grpSp>
        <p:nvGrpSpPr>
          <p:cNvPr id="49" name="Google Shape;49;p3"/>
          <p:cNvGrpSpPr/>
          <p:nvPr/>
        </p:nvGrpSpPr>
        <p:grpSpPr>
          <a:xfrm>
            <a:off x="7407363" y="1284487"/>
            <a:ext cx="582117" cy="581393"/>
            <a:chOff x="7407363" y="1284487"/>
            <a:chExt cx="582117" cy="581393"/>
          </a:xfrm>
        </p:grpSpPr>
        <p:sp>
          <p:nvSpPr>
            <p:cNvPr id="50" name="Google Shape;50;p3"/>
            <p:cNvSpPr/>
            <p:nvPr/>
          </p:nvSpPr>
          <p:spPr>
            <a:xfrm rot="5400000" flipH="1">
              <a:off x="7412032" y="1289512"/>
              <a:ext cx="572417" cy="57203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51" name="Google Shape;51;p3"/>
            <p:cNvSpPr/>
            <p:nvPr/>
          </p:nvSpPr>
          <p:spPr>
            <a:xfrm rot="5400000" flipH="1">
              <a:off x="7407725" y="1284125"/>
              <a:ext cx="581393" cy="582117"/>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52" name="Google Shape;52;p3"/>
            <p:cNvSpPr/>
            <p:nvPr/>
          </p:nvSpPr>
          <p:spPr>
            <a:xfrm rot="5400000" flipH="1">
              <a:off x="7484752" y="1362592"/>
              <a:ext cx="427700" cy="42695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53" name="Google Shape;53;p3"/>
            <p:cNvSpPr/>
            <p:nvPr/>
          </p:nvSpPr>
          <p:spPr>
            <a:xfrm rot="5400000" flipH="1">
              <a:off x="7480090" y="1356490"/>
              <a:ext cx="436663" cy="437038"/>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54" name="Google Shape;54;p3"/>
            <p:cNvSpPr/>
            <p:nvPr/>
          </p:nvSpPr>
          <p:spPr>
            <a:xfrm rot="5400000" flipH="1">
              <a:off x="7563237" y="1441077"/>
              <a:ext cx="270003" cy="270003"/>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55" name="Google Shape;55;p3"/>
            <p:cNvSpPr/>
            <p:nvPr/>
          </p:nvSpPr>
          <p:spPr>
            <a:xfrm rot="5400000" flipH="1">
              <a:off x="7558562" y="1436042"/>
              <a:ext cx="279355" cy="279002"/>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56" name="Google Shape;56;p3"/>
          <p:cNvGrpSpPr/>
          <p:nvPr/>
        </p:nvGrpSpPr>
        <p:grpSpPr>
          <a:xfrm>
            <a:off x="7869608" y="2754373"/>
            <a:ext cx="292312" cy="291587"/>
            <a:chOff x="7869608" y="2754373"/>
            <a:chExt cx="292312" cy="291587"/>
          </a:xfrm>
        </p:grpSpPr>
        <p:sp>
          <p:nvSpPr>
            <p:cNvPr id="57" name="Google Shape;57;p3"/>
            <p:cNvSpPr/>
            <p:nvPr/>
          </p:nvSpPr>
          <p:spPr>
            <a:xfrm rot="5400000" flipH="1">
              <a:off x="7874641" y="2759041"/>
              <a:ext cx="282239" cy="282239"/>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58" name="Google Shape;58;p3"/>
            <p:cNvSpPr/>
            <p:nvPr/>
          </p:nvSpPr>
          <p:spPr>
            <a:xfrm rot="5400000" flipH="1">
              <a:off x="7869971" y="2754011"/>
              <a:ext cx="291587" cy="292312"/>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59" name="Google Shape;59;p3"/>
            <p:cNvSpPr/>
            <p:nvPr/>
          </p:nvSpPr>
          <p:spPr>
            <a:xfrm rot="5400000" flipH="1">
              <a:off x="7937278" y="2820598"/>
              <a:ext cx="158038" cy="158047"/>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60" name="Google Shape;60;p3"/>
            <p:cNvSpPr/>
            <p:nvPr/>
          </p:nvSpPr>
          <p:spPr>
            <a:xfrm rot="5400000" flipH="1">
              <a:off x="7932238" y="2815558"/>
              <a:ext cx="167398" cy="167406"/>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61" name="Google Shape;61;p3"/>
          <p:cNvGrpSpPr/>
          <p:nvPr/>
        </p:nvGrpSpPr>
        <p:grpSpPr>
          <a:xfrm>
            <a:off x="8012883" y="177482"/>
            <a:ext cx="174598" cy="174598"/>
            <a:chOff x="8012883" y="177483"/>
            <a:chExt cx="174598" cy="174598"/>
          </a:xfrm>
        </p:grpSpPr>
        <p:sp>
          <p:nvSpPr>
            <p:cNvPr id="62" name="Google Shape;62;p3"/>
            <p:cNvSpPr/>
            <p:nvPr/>
          </p:nvSpPr>
          <p:spPr>
            <a:xfrm rot="5400000" flipH="1">
              <a:off x="8016837" y="182517"/>
              <a:ext cx="165602" cy="165244"/>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82800" rIns="91425" bIns="828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63" name="Google Shape;63;p3"/>
            <p:cNvSpPr/>
            <p:nvPr/>
          </p:nvSpPr>
          <p:spPr>
            <a:xfrm rot="5400000" flipH="1">
              <a:off x="8012883" y="177482"/>
              <a:ext cx="174598" cy="174598"/>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a:noFill/>
            </a:ln>
          </p:spPr>
          <p:txBody>
            <a:bodyPr spcFirstLastPara="1" wrap="square" lIns="91425" tIns="87475" rIns="91425" bIns="874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64" name="Google Shape;64;p3"/>
            <p:cNvSpPr/>
            <p:nvPr/>
          </p:nvSpPr>
          <p:spPr>
            <a:xfrm rot="5400000" flipH="1">
              <a:off x="8053560" y="218880"/>
              <a:ext cx="92161" cy="92880"/>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a:noFill/>
            </a:ln>
          </p:spPr>
          <p:txBody>
            <a:bodyPr spcFirstLastPara="1" wrap="square" lIns="91425" tIns="46425" rIns="91425" bIns="46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65" name="Google Shape;65;p3"/>
            <p:cNvSpPr/>
            <p:nvPr/>
          </p:nvSpPr>
          <p:spPr>
            <a:xfrm rot="5400000" flipH="1">
              <a:off x="8048879" y="214919"/>
              <a:ext cx="102242" cy="101521"/>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a:noFill/>
            </a:ln>
          </p:spPr>
          <p:txBody>
            <a:bodyPr spcFirstLastPara="1" wrap="square" lIns="91425" tIns="50750" rIns="91425" bIns="5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66" name="Google Shape;66;p3"/>
          <p:cNvGrpSpPr/>
          <p:nvPr/>
        </p:nvGrpSpPr>
        <p:grpSpPr>
          <a:xfrm>
            <a:off x="7551541" y="3880236"/>
            <a:ext cx="293039" cy="292704"/>
            <a:chOff x="7551541" y="3880236"/>
            <a:chExt cx="293039" cy="292704"/>
          </a:xfrm>
        </p:grpSpPr>
        <p:sp>
          <p:nvSpPr>
            <p:cNvPr id="67" name="Google Shape;67;p3"/>
            <p:cNvSpPr/>
            <p:nvPr/>
          </p:nvSpPr>
          <p:spPr>
            <a:xfrm rot="5400000" flipH="1">
              <a:off x="7553870" y="3882590"/>
              <a:ext cx="288385" cy="287994"/>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68" name="Google Shape;68;p3"/>
            <p:cNvSpPr/>
            <p:nvPr/>
          </p:nvSpPr>
          <p:spPr>
            <a:xfrm rot="5400000" flipH="1">
              <a:off x="7551709" y="3880069"/>
              <a:ext cx="292704" cy="293039"/>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69" name="Google Shape;69;p3"/>
            <p:cNvSpPr/>
            <p:nvPr/>
          </p:nvSpPr>
          <p:spPr>
            <a:xfrm rot="5400000" flipH="1">
              <a:off x="7589523" y="3919323"/>
              <a:ext cx="215284" cy="214909"/>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70" name="Google Shape;70;p3"/>
            <p:cNvSpPr/>
            <p:nvPr/>
          </p:nvSpPr>
          <p:spPr>
            <a:xfrm rot="5400000" flipH="1">
              <a:off x="7587360" y="3916800"/>
              <a:ext cx="219599" cy="219962"/>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71" name="Google Shape;71;p3"/>
            <p:cNvSpPr/>
            <p:nvPr/>
          </p:nvSpPr>
          <p:spPr>
            <a:xfrm rot="5400000" flipH="1">
              <a:off x="7629482" y="3959282"/>
              <a:ext cx="135718" cy="135718"/>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a:noFill/>
            </a:ln>
          </p:spPr>
          <p:txBody>
            <a:bodyPr spcFirstLastPara="1" wrap="square" lIns="91425" tIns="68025" rIns="91425" bIns="680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72" name="Google Shape;72;p3"/>
            <p:cNvSpPr/>
            <p:nvPr/>
          </p:nvSpPr>
          <p:spPr>
            <a:xfrm rot="5400000" flipH="1">
              <a:off x="7627685" y="3956405"/>
              <a:ext cx="140755" cy="14039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a:noFill/>
            </a:ln>
          </p:spPr>
          <p:txBody>
            <a:bodyPr spcFirstLastPara="1" wrap="square" lIns="91425" tIns="70200" rIns="91425" bIns="70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73" name="Google Shape;73;p3"/>
          <p:cNvGrpSpPr/>
          <p:nvPr/>
        </p:nvGrpSpPr>
        <p:grpSpPr>
          <a:xfrm>
            <a:off x="8333220" y="249060"/>
            <a:ext cx="26700" cy="174660"/>
            <a:chOff x="8333220" y="249060"/>
            <a:chExt cx="26700" cy="174660"/>
          </a:xfrm>
        </p:grpSpPr>
        <p:sp>
          <p:nvSpPr>
            <p:cNvPr id="74" name="Google Shape;74;p3"/>
            <p:cNvSpPr/>
            <p:nvPr/>
          </p:nvSpPr>
          <p:spPr>
            <a:xfrm rot="5400000" flipH="1">
              <a:off x="8333220" y="39702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75" name="Google Shape;75;p3"/>
            <p:cNvSpPr/>
            <p:nvPr/>
          </p:nvSpPr>
          <p:spPr>
            <a:xfrm rot="5400000" flipH="1">
              <a:off x="8333220" y="32322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76" name="Google Shape;76;p3"/>
            <p:cNvSpPr/>
            <p:nvPr/>
          </p:nvSpPr>
          <p:spPr>
            <a:xfrm rot="5400000" flipH="1">
              <a:off x="8333220" y="24906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cxnSp>
        <p:nvCxnSpPr>
          <p:cNvPr id="77" name="Google Shape;77;p3"/>
          <p:cNvCxnSpPr/>
          <p:nvPr/>
        </p:nvCxnSpPr>
        <p:spPr>
          <a:xfrm rot="10800000">
            <a:off x="1513860" y="1824960"/>
            <a:ext cx="126300" cy="1672800"/>
          </a:xfrm>
          <a:prstGeom prst="straightConnector1">
            <a:avLst/>
          </a:prstGeom>
          <a:noFill/>
          <a:ln w="9525" cap="flat" cmpd="sng">
            <a:solidFill>
              <a:srgbClr val="494949"/>
            </a:solidFill>
            <a:prstDash val="solid"/>
            <a:round/>
            <a:headEnd type="none" w="sm" len="sm"/>
            <a:tailEnd type="none" w="sm" len="sm"/>
          </a:ln>
        </p:spPr>
      </p:cxnSp>
      <p:cxnSp>
        <p:nvCxnSpPr>
          <p:cNvPr id="78" name="Google Shape;78;p3"/>
          <p:cNvCxnSpPr/>
          <p:nvPr/>
        </p:nvCxnSpPr>
        <p:spPr>
          <a:xfrm rot="10800000" flipH="1">
            <a:off x="889920" y="3510720"/>
            <a:ext cx="743700" cy="829800"/>
          </a:xfrm>
          <a:prstGeom prst="straightConnector1">
            <a:avLst/>
          </a:prstGeom>
          <a:noFill/>
          <a:ln w="9525" cap="flat" cmpd="sng">
            <a:solidFill>
              <a:srgbClr val="494949"/>
            </a:solidFill>
            <a:prstDash val="solid"/>
            <a:round/>
            <a:headEnd type="none" w="sm" len="sm"/>
            <a:tailEnd type="none" w="sm" len="sm"/>
          </a:ln>
        </p:spPr>
      </p:cxnSp>
      <p:cxnSp>
        <p:nvCxnSpPr>
          <p:cNvPr id="79" name="Google Shape;79;p3"/>
          <p:cNvCxnSpPr/>
          <p:nvPr/>
        </p:nvCxnSpPr>
        <p:spPr>
          <a:xfrm rot="10800000">
            <a:off x="909780" y="4346880"/>
            <a:ext cx="1188300" cy="796800"/>
          </a:xfrm>
          <a:prstGeom prst="straightConnector1">
            <a:avLst/>
          </a:prstGeom>
          <a:noFill/>
          <a:ln w="9525" cap="flat" cmpd="sng">
            <a:solidFill>
              <a:srgbClr val="494949"/>
            </a:solidFill>
            <a:prstDash val="solid"/>
            <a:round/>
            <a:headEnd type="none" w="sm" len="sm"/>
            <a:tailEnd type="none" w="sm" len="sm"/>
          </a:ln>
        </p:spPr>
      </p:cxnSp>
      <p:grpSp>
        <p:nvGrpSpPr>
          <p:cNvPr id="80" name="Google Shape;80;p3"/>
          <p:cNvGrpSpPr/>
          <p:nvPr/>
        </p:nvGrpSpPr>
        <p:grpSpPr>
          <a:xfrm>
            <a:off x="621003" y="4062240"/>
            <a:ext cx="582117" cy="581393"/>
            <a:chOff x="621003" y="4062240"/>
            <a:chExt cx="582117" cy="581393"/>
          </a:xfrm>
        </p:grpSpPr>
        <p:sp>
          <p:nvSpPr>
            <p:cNvPr id="81" name="Google Shape;81;p3"/>
            <p:cNvSpPr/>
            <p:nvPr/>
          </p:nvSpPr>
          <p:spPr>
            <a:xfrm rot="5400000">
              <a:off x="626032" y="4066929"/>
              <a:ext cx="572417" cy="572039"/>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82" name="Google Shape;82;p3"/>
            <p:cNvSpPr/>
            <p:nvPr/>
          </p:nvSpPr>
          <p:spPr>
            <a:xfrm rot="5400000">
              <a:off x="621365" y="4061878"/>
              <a:ext cx="581393" cy="582117"/>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83" name="Google Shape;83;p3"/>
            <p:cNvSpPr/>
            <p:nvPr/>
          </p:nvSpPr>
          <p:spPr>
            <a:xfrm rot="5400000">
              <a:off x="698752" y="4139653"/>
              <a:ext cx="427700" cy="42695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84" name="Google Shape;84;p3"/>
            <p:cNvSpPr/>
            <p:nvPr/>
          </p:nvSpPr>
          <p:spPr>
            <a:xfrm rot="5400000">
              <a:off x="694090" y="4134233"/>
              <a:ext cx="436663" cy="437038"/>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85" name="Google Shape;85;p3"/>
            <p:cNvSpPr/>
            <p:nvPr/>
          </p:nvSpPr>
          <p:spPr>
            <a:xfrm rot="5400000">
              <a:off x="777597" y="4217760"/>
              <a:ext cx="270003" cy="270003"/>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86" name="Google Shape;86;p3"/>
            <p:cNvSpPr/>
            <p:nvPr/>
          </p:nvSpPr>
          <p:spPr>
            <a:xfrm rot="5400000">
              <a:off x="772562" y="4213437"/>
              <a:ext cx="279355" cy="279002"/>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87" name="Google Shape;87;p3"/>
          <p:cNvGrpSpPr/>
          <p:nvPr/>
        </p:nvGrpSpPr>
        <p:grpSpPr>
          <a:xfrm>
            <a:off x="1482848" y="3351240"/>
            <a:ext cx="292312" cy="291587"/>
            <a:chOff x="1482848" y="3351240"/>
            <a:chExt cx="292312" cy="291587"/>
          </a:xfrm>
        </p:grpSpPr>
        <p:sp>
          <p:nvSpPr>
            <p:cNvPr id="88" name="Google Shape;88;p3"/>
            <p:cNvSpPr/>
            <p:nvPr/>
          </p:nvSpPr>
          <p:spPr>
            <a:xfrm rot="5400000">
              <a:off x="1487881" y="3356280"/>
              <a:ext cx="282239" cy="282239"/>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89" name="Google Shape;89;p3"/>
            <p:cNvSpPr/>
            <p:nvPr/>
          </p:nvSpPr>
          <p:spPr>
            <a:xfrm rot="5400000">
              <a:off x="1483211" y="3350878"/>
              <a:ext cx="291587" cy="292312"/>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90" name="Google Shape;90;p3"/>
            <p:cNvSpPr/>
            <p:nvPr/>
          </p:nvSpPr>
          <p:spPr>
            <a:xfrm rot="5400000">
              <a:off x="1550158" y="3417835"/>
              <a:ext cx="158038" cy="158047"/>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91" name="Google Shape;91;p3"/>
            <p:cNvSpPr/>
            <p:nvPr/>
          </p:nvSpPr>
          <p:spPr>
            <a:xfrm rot="5400000">
              <a:off x="1545478" y="3413516"/>
              <a:ext cx="167398" cy="167406"/>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92" name="Google Shape;92;p3"/>
          <p:cNvGrpSpPr/>
          <p:nvPr/>
        </p:nvGrpSpPr>
        <p:grpSpPr>
          <a:xfrm>
            <a:off x="1595523" y="4790160"/>
            <a:ext cx="174598" cy="174597"/>
            <a:chOff x="1595523" y="4790160"/>
            <a:chExt cx="174598" cy="174597"/>
          </a:xfrm>
        </p:grpSpPr>
        <p:sp>
          <p:nvSpPr>
            <p:cNvPr id="93" name="Google Shape;93;p3"/>
            <p:cNvSpPr/>
            <p:nvPr/>
          </p:nvSpPr>
          <p:spPr>
            <a:xfrm rot="5400000">
              <a:off x="1599477" y="4794839"/>
              <a:ext cx="165602" cy="165244"/>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82800" rIns="91425" bIns="828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94" name="Google Shape;94;p3"/>
            <p:cNvSpPr/>
            <p:nvPr/>
          </p:nvSpPr>
          <p:spPr>
            <a:xfrm rot="5400000">
              <a:off x="1595523" y="4790160"/>
              <a:ext cx="174597" cy="174598"/>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a:noFill/>
            </a:ln>
          </p:spPr>
          <p:txBody>
            <a:bodyPr spcFirstLastPara="1" wrap="square" lIns="91425" tIns="87475" rIns="91425" bIns="874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95" name="Google Shape;95;p3"/>
            <p:cNvSpPr/>
            <p:nvPr/>
          </p:nvSpPr>
          <p:spPr>
            <a:xfrm rot="5400000">
              <a:off x="1636200" y="4831201"/>
              <a:ext cx="92161" cy="92880"/>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a:noFill/>
            </a:ln>
          </p:spPr>
          <p:txBody>
            <a:bodyPr spcFirstLastPara="1" wrap="square" lIns="91425" tIns="46425" rIns="91425" bIns="46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96" name="Google Shape;96;p3"/>
            <p:cNvSpPr/>
            <p:nvPr/>
          </p:nvSpPr>
          <p:spPr>
            <a:xfrm rot="5400000">
              <a:off x="1631519" y="4826881"/>
              <a:ext cx="102242" cy="101521"/>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a:noFill/>
            </a:ln>
          </p:spPr>
          <p:txBody>
            <a:bodyPr spcFirstLastPara="1" wrap="square" lIns="91425" tIns="50750" rIns="91425" bIns="5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97" name="Google Shape;97;p3"/>
          <p:cNvSpPr/>
          <p:nvPr/>
        </p:nvSpPr>
        <p:spPr>
          <a:xfrm rot="5400000">
            <a:off x="1377350" y="1688776"/>
            <a:ext cx="288385" cy="287994"/>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98" name="Google Shape;98;p3"/>
          <p:cNvSpPr/>
          <p:nvPr/>
        </p:nvSpPr>
        <p:spPr>
          <a:xfrm rot="5400000">
            <a:off x="1375189" y="1685893"/>
            <a:ext cx="292704" cy="293039"/>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99" name="Google Shape;99;p3"/>
          <p:cNvSpPr/>
          <p:nvPr/>
        </p:nvSpPr>
        <p:spPr>
          <a:xfrm rot="5400000">
            <a:off x="1413723" y="1725127"/>
            <a:ext cx="215284" cy="214909"/>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00" name="Google Shape;100;p3"/>
          <p:cNvSpPr/>
          <p:nvPr/>
        </p:nvSpPr>
        <p:spPr>
          <a:xfrm rot="5400000">
            <a:off x="1411560" y="1722598"/>
            <a:ext cx="219599" cy="219962"/>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01" name="Google Shape;101;p3"/>
          <p:cNvSpPr/>
          <p:nvPr/>
        </p:nvSpPr>
        <p:spPr>
          <a:xfrm rot="5400000">
            <a:off x="1453682" y="1764720"/>
            <a:ext cx="135718" cy="135718"/>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a:noFill/>
          </a:ln>
        </p:spPr>
        <p:txBody>
          <a:bodyPr spcFirstLastPara="1" wrap="square" lIns="91425" tIns="68025" rIns="91425" bIns="680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02" name="Google Shape;102;p3"/>
          <p:cNvSpPr/>
          <p:nvPr/>
        </p:nvSpPr>
        <p:spPr>
          <a:xfrm rot="5400000">
            <a:off x="1451165" y="1762560"/>
            <a:ext cx="140755" cy="14039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a:noFill/>
          </a:ln>
        </p:spPr>
        <p:txBody>
          <a:bodyPr spcFirstLastPara="1" wrap="square" lIns="91425" tIns="70200" rIns="91425" bIns="70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nvGrpSpPr>
          <p:cNvPr id="103" name="Google Shape;103;p3"/>
          <p:cNvGrpSpPr/>
          <p:nvPr/>
        </p:nvGrpSpPr>
        <p:grpSpPr>
          <a:xfrm>
            <a:off x="1775460" y="1441440"/>
            <a:ext cx="26700" cy="174660"/>
            <a:chOff x="1775460" y="1441440"/>
            <a:chExt cx="26700" cy="174660"/>
          </a:xfrm>
        </p:grpSpPr>
        <p:sp>
          <p:nvSpPr>
            <p:cNvPr id="104" name="Google Shape;104;p3"/>
            <p:cNvSpPr/>
            <p:nvPr/>
          </p:nvSpPr>
          <p:spPr>
            <a:xfrm rot="5400000">
              <a:off x="1775460" y="14414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05" name="Google Shape;105;p3"/>
            <p:cNvSpPr/>
            <p:nvPr/>
          </p:nvSpPr>
          <p:spPr>
            <a:xfrm rot="5400000">
              <a:off x="1775460" y="151524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06" name="Google Shape;106;p3"/>
            <p:cNvSpPr/>
            <p:nvPr/>
          </p:nvSpPr>
          <p:spPr>
            <a:xfrm rot="5400000">
              <a:off x="1775460" y="158940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07" name="Google Shape;107;p3"/>
          <p:cNvGrpSpPr/>
          <p:nvPr/>
        </p:nvGrpSpPr>
        <p:grpSpPr>
          <a:xfrm>
            <a:off x="1893900" y="4488120"/>
            <a:ext cx="26700" cy="174660"/>
            <a:chOff x="1893900" y="4488120"/>
            <a:chExt cx="26700" cy="174660"/>
          </a:xfrm>
        </p:grpSpPr>
        <p:sp>
          <p:nvSpPr>
            <p:cNvPr id="108" name="Google Shape;108;p3"/>
            <p:cNvSpPr/>
            <p:nvPr/>
          </p:nvSpPr>
          <p:spPr>
            <a:xfrm rot="5400000">
              <a:off x="1893900" y="448812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09" name="Google Shape;109;p3"/>
            <p:cNvSpPr/>
            <p:nvPr/>
          </p:nvSpPr>
          <p:spPr>
            <a:xfrm rot="5400000">
              <a:off x="1893900" y="456192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10" name="Google Shape;110;p3"/>
            <p:cNvSpPr/>
            <p:nvPr/>
          </p:nvSpPr>
          <p:spPr>
            <a:xfrm rot="5400000">
              <a:off x="1893900" y="4636080"/>
              <a:ext cx="26700" cy="26700"/>
            </a:xfrm>
            <a:prstGeom prst="ellipse">
              <a:avLst/>
            </a:pr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11" name="Google Shape;111;p3"/>
          <p:cNvGrpSpPr/>
          <p:nvPr/>
        </p:nvGrpSpPr>
        <p:grpSpPr>
          <a:xfrm>
            <a:off x="483060" y="4066920"/>
            <a:ext cx="26700" cy="174660"/>
            <a:chOff x="483060" y="4066920"/>
            <a:chExt cx="26700" cy="174660"/>
          </a:xfrm>
        </p:grpSpPr>
        <p:sp>
          <p:nvSpPr>
            <p:cNvPr id="112" name="Google Shape;112;p3"/>
            <p:cNvSpPr/>
            <p:nvPr/>
          </p:nvSpPr>
          <p:spPr>
            <a:xfrm rot="5400000">
              <a:off x="483060" y="4066920"/>
              <a:ext cx="26700" cy="26700"/>
            </a:xfrm>
            <a:prstGeom prst="ellipse">
              <a:avLst/>
            </a:prstGeom>
            <a:solidFill>
              <a:srgbClr val="595959"/>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13" name="Google Shape;113;p3"/>
            <p:cNvSpPr/>
            <p:nvPr/>
          </p:nvSpPr>
          <p:spPr>
            <a:xfrm rot="5400000">
              <a:off x="483060" y="4140720"/>
              <a:ext cx="26700" cy="26700"/>
            </a:xfrm>
            <a:prstGeom prst="ellipse">
              <a:avLst/>
            </a:prstGeom>
            <a:solidFill>
              <a:srgbClr val="595959"/>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14" name="Google Shape;114;p3"/>
            <p:cNvSpPr/>
            <p:nvPr/>
          </p:nvSpPr>
          <p:spPr>
            <a:xfrm rot="5400000">
              <a:off x="483060" y="4214880"/>
              <a:ext cx="26700" cy="26700"/>
            </a:xfrm>
            <a:prstGeom prst="ellipse">
              <a:avLst/>
            </a:prstGeom>
            <a:solidFill>
              <a:srgbClr val="595959"/>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115"/>
        <p:cNvGrpSpPr/>
        <p:nvPr/>
      </p:nvGrpSpPr>
      <p:grpSpPr>
        <a:xfrm>
          <a:off x="0" y="0"/>
          <a:ext cx="0" cy="0"/>
          <a:chOff x="0" y="0"/>
          <a:chExt cx="0" cy="0"/>
        </a:xfrm>
      </p:grpSpPr>
      <p:sp>
        <p:nvSpPr>
          <p:cNvPr id="116" name="Google Shape;116;p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117" name="Google Shape;117;p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8" name="Google Shape;1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pt-PT"/>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185"/>
        <p:cNvGrpSpPr/>
        <p:nvPr/>
      </p:nvGrpSpPr>
      <p:grpSpPr>
        <a:xfrm>
          <a:off x="0" y="0"/>
          <a:ext cx="0" cy="0"/>
          <a:chOff x="0" y="0"/>
          <a:chExt cx="0" cy="0"/>
        </a:xfrm>
      </p:grpSpPr>
      <p:sp>
        <p:nvSpPr>
          <p:cNvPr id="186" name="Google Shape;186;p6"/>
          <p:cNvSpPr txBox="1">
            <a:spLocks noGrp="1"/>
          </p:cNvSpPr>
          <p:nvPr>
            <p:ph type="title"/>
          </p:nvPr>
        </p:nvSpPr>
        <p:spPr>
          <a:xfrm>
            <a:off x="2105280" y="384120"/>
            <a:ext cx="4937400" cy="1078920"/>
          </a:xfrm>
          <a:prstGeom prst="rect">
            <a:avLst/>
          </a:prstGeom>
          <a:noFill/>
          <a:ln>
            <a:noFill/>
          </a:ln>
        </p:spPr>
        <p:txBody>
          <a:bodyPr spcFirstLastPara="1" wrap="square" lIns="0" tIns="0" rIns="0" bIns="0" anchor="ctr"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6"/>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AND_BODY_1" type="blank">
  <p:cSld name="BLANK">
    <p:spTree>
      <p:nvGrpSpPr>
        <p:cNvPr id="1" name="Shape 2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grpSp>
        <p:nvGrpSpPr>
          <p:cNvPr id="120" name="Google Shape;120;p5"/>
          <p:cNvGrpSpPr/>
          <p:nvPr/>
        </p:nvGrpSpPr>
        <p:grpSpPr>
          <a:xfrm>
            <a:off x="4484520" y="4433040"/>
            <a:ext cx="174600" cy="26640"/>
            <a:chOff x="4484520" y="4433040"/>
            <a:chExt cx="174600" cy="26640"/>
          </a:xfrm>
        </p:grpSpPr>
        <p:sp>
          <p:nvSpPr>
            <p:cNvPr id="121" name="Google Shape;121;p5"/>
            <p:cNvSpPr/>
            <p:nvPr/>
          </p:nvSpPr>
          <p:spPr>
            <a:xfrm>
              <a:off x="4484520" y="44330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22" name="Google Shape;122;p5"/>
            <p:cNvSpPr/>
            <p:nvPr/>
          </p:nvSpPr>
          <p:spPr>
            <a:xfrm>
              <a:off x="4558680" y="44330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23" name="Google Shape;123;p5"/>
            <p:cNvSpPr/>
            <p:nvPr/>
          </p:nvSpPr>
          <p:spPr>
            <a:xfrm>
              <a:off x="4632480" y="44330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124" name="Google Shape;124;p5"/>
          <p:cNvSpPr txBox="1">
            <a:spLocks noGrp="1"/>
          </p:cNvSpPr>
          <p:nvPr>
            <p:ph type="title"/>
          </p:nvPr>
        </p:nvSpPr>
        <p:spPr>
          <a:xfrm>
            <a:off x="1794960" y="2477880"/>
            <a:ext cx="5553720" cy="57564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grpSp>
        <p:nvGrpSpPr>
          <p:cNvPr id="125" name="Google Shape;125;p5"/>
          <p:cNvGrpSpPr/>
          <p:nvPr/>
        </p:nvGrpSpPr>
        <p:grpSpPr>
          <a:xfrm>
            <a:off x="432720" y="0"/>
            <a:ext cx="8278200" cy="5166000"/>
            <a:chOff x="432720" y="0"/>
            <a:chExt cx="8278200" cy="5166000"/>
          </a:xfrm>
        </p:grpSpPr>
        <p:cxnSp>
          <p:nvCxnSpPr>
            <p:cNvPr id="126" name="Google Shape;126;p5"/>
            <p:cNvCxnSpPr/>
            <p:nvPr/>
          </p:nvCxnSpPr>
          <p:spPr>
            <a:xfrm rot="10800000" flipH="1">
              <a:off x="8420040" y="2664000"/>
              <a:ext cx="360" cy="2502000"/>
            </a:xfrm>
            <a:prstGeom prst="straightConnector1">
              <a:avLst/>
            </a:prstGeom>
            <a:noFill/>
            <a:ln w="9525" cap="flat" cmpd="sng">
              <a:solidFill>
                <a:srgbClr val="3D3D3D"/>
              </a:solidFill>
              <a:prstDash val="solid"/>
              <a:round/>
              <a:headEnd type="none" w="sm" len="sm"/>
              <a:tailEnd type="none" w="sm" len="sm"/>
            </a:ln>
          </p:spPr>
        </p:cxnSp>
        <p:grpSp>
          <p:nvGrpSpPr>
            <p:cNvPr id="127" name="Google Shape;127;p5"/>
            <p:cNvGrpSpPr/>
            <p:nvPr/>
          </p:nvGrpSpPr>
          <p:grpSpPr>
            <a:xfrm>
              <a:off x="8129520" y="4292280"/>
              <a:ext cx="581400" cy="582120"/>
              <a:chOff x="8129520" y="4292280"/>
              <a:chExt cx="581400" cy="582120"/>
            </a:xfrm>
          </p:grpSpPr>
          <p:sp>
            <p:nvSpPr>
              <p:cNvPr id="128" name="Google Shape;128;p5"/>
              <p:cNvSpPr/>
              <p:nvPr/>
            </p:nvSpPr>
            <p:spPr>
              <a:xfrm>
                <a:off x="8133840" y="4297320"/>
                <a:ext cx="572400" cy="572040"/>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29" name="Google Shape;129;p5"/>
              <p:cNvSpPr/>
              <p:nvPr/>
            </p:nvSpPr>
            <p:spPr>
              <a:xfrm>
                <a:off x="8129520" y="4292280"/>
                <a:ext cx="581400" cy="58212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30" name="Google Shape;130;p5"/>
              <p:cNvSpPr/>
              <p:nvPr/>
            </p:nvSpPr>
            <p:spPr>
              <a:xfrm>
                <a:off x="8206200" y="4369680"/>
                <a:ext cx="427680" cy="426960"/>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31" name="Google Shape;131;p5"/>
              <p:cNvSpPr/>
              <p:nvPr/>
            </p:nvSpPr>
            <p:spPr>
              <a:xfrm>
                <a:off x="8201880" y="4364640"/>
                <a:ext cx="436680" cy="43704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32" name="Google Shape;132;p5"/>
              <p:cNvSpPr/>
              <p:nvPr/>
            </p:nvSpPr>
            <p:spPr>
              <a:xfrm>
                <a:off x="8284680" y="4448160"/>
                <a:ext cx="270000" cy="2700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33" name="Google Shape;133;p5"/>
              <p:cNvSpPr/>
              <p:nvPr/>
            </p:nvSpPr>
            <p:spPr>
              <a:xfrm>
                <a:off x="8280360" y="4443840"/>
                <a:ext cx="279360" cy="279000"/>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34" name="Google Shape;134;p5"/>
            <p:cNvGrpSpPr/>
            <p:nvPr/>
          </p:nvGrpSpPr>
          <p:grpSpPr>
            <a:xfrm>
              <a:off x="8274240" y="3720600"/>
              <a:ext cx="291600" cy="292320"/>
              <a:chOff x="8274240" y="3720600"/>
              <a:chExt cx="291600" cy="292320"/>
            </a:xfrm>
          </p:grpSpPr>
          <p:sp>
            <p:nvSpPr>
              <p:cNvPr id="135" name="Google Shape;135;p5"/>
              <p:cNvSpPr/>
              <p:nvPr/>
            </p:nvSpPr>
            <p:spPr>
              <a:xfrm>
                <a:off x="8279280" y="3725640"/>
                <a:ext cx="282240" cy="28224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36" name="Google Shape;136;p5"/>
              <p:cNvSpPr/>
              <p:nvPr/>
            </p:nvSpPr>
            <p:spPr>
              <a:xfrm>
                <a:off x="8274240" y="3720600"/>
                <a:ext cx="291600" cy="292320"/>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37" name="Google Shape;137;p5"/>
              <p:cNvSpPr/>
              <p:nvPr/>
            </p:nvSpPr>
            <p:spPr>
              <a:xfrm>
                <a:off x="8341200" y="3787560"/>
                <a:ext cx="158040" cy="15804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38" name="Google Shape;138;p5"/>
              <p:cNvSpPr/>
              <p:nvPr/>
            </p:nvSpPr>
            <p:spPr>
              <a:xfrm>
                <a:off x="8336520" y="3782880"/>
                <a:ext cx="167400" cy="167400"/>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39" name="Google Shape;139;p5"/>
            <p:cNvGrpSpPr/>
            <p:nvPr/>
          </p:nvGrpSpPr>
          <p:grpSpPr>
            <a:xfrm>
              <a:off x="8332920" y="3212640"/>
              <a:ext cx="174600" cy="174600"/>
              <a:chOff x="8332920" y="3212640"/>
              <a:chExt cx="174600" cy="174600"/>
            </a:xfrm>
          </p:grpSpPr>
          <p:sp>
            <p:nvSpPr>
              <p:cNvPr id="140" name="Google Shape;140;p5"/>
              <p:cNvSpPr/>
              <p:nvPr/>
            </p:nvSpPr>
            <p:spPr>
              <a:xfrm>
                <a:off x="8337240" y="3217680"/>
                <a:ext cx="165600" cy="165240"/>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82800" rIns="91425" bIns="828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41" name="Google Shape;141;p5"/>
              <p:cNvSpPr/>
              <p:nvPr/>
            </p:nvSpPr>
            <p:spPr>
              <a:xfrm>
                <a:off x="8332920" y="3212640"/>
                <a:ext cx="174600" cy="1746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87475" rIns="91425" bIns="874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42" name="Google Shape;142;p5"/>
              <p:cNvSpPr/>
              <p:nvPr/>
            </p:nvSpPr>
            <p:spPr>
              <a:xfrm>
                <a:off x="8373960" y="3253680"/>
                <a:ext cx="92160" cy="92880"/>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46425" rIns="91425" bIns="46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43" name="Google Shape;143;p5"/>
              <p:cNvSpPr/>
              <p:nvPr/>
            </p:nvSpPr>
            <p:spPr>
              <a:xfrm>
                <a:off x="8368920" y="3249360"/>
                <a:ext cx="102240" cy="10152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50750" rIns="91425" bIns="5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cxnSp>
          <p:nvCxnSpPr>
            <p:cNvPr id="144" name="Google Shape;144;p5"/>
            <p:cNvCxnSpPr/>
            <p:nvPr/>
          </p:nvCxnSpPr>
          <p:spPr>
            <a:xfrm>
              <a:off x="723600" y="360"/>
              <a:ext cx="360" cy="2502000"/>
            </a:xfrm>
            <a:prstGeom prst="straightConnector1">
              <a:avLst/>
            </a:prstGeom>
            <a:noFill/>
            <a:ln w="9525" cap="flat" cmpd="sng">
              <a:solidFill>
                <a:srgbClr val="3D3D3D"/>
              </a:solidFill>
              <a:prstDash val="solid"/>
              <a:round/>
              <a:headEnd type="none" w="sm" len="sm"/>
              <a:tailEnd type="none" w="sm" len="sm"/>
            </a:ln>
          </p:spPr>
        </p:cxnSp>
        <p:grpSp>
          <p:nvGrpSpPr>
            <p:cNvPr id="145" name="Google Shape;145;p5"/>
            <p:cNvGrpSpPr/>
            <p:nvPr/>
          </p:nvGrpSpPr>
          <p:grpSpPr>
            <a:xfrm>
              <a:off x="433080" y="291960"/>
              <a:ext cx="581400" cy="582120"/>
              <a:chOff x="433080" y="291960"/>
              <a:chExt cx="581400" cy="582120"/>
            </a:xfrm>
          </p:grpSpPr>
          <p:sp>
            <p:nvSpPr>
              <p:cNvPr id="146" name="Google Shape;146;p5"/>
              <p:cNvSpPr/>
              <p:nvPr/>
            </p:nvSpPr>
            <p:spPr>
              <a:xfrm rot="10800000">
                <a:off x="437760" y="297000"/>
                <a:ext cx="572400" cy="572040"/>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47" name="Google Shape;147;p5"/>
              <p:cNvSpPr/>
              <p:nvPr/>
            </p:nvSpPr>
            <p:spPr>
              <a:xfrm rot="10800000">
                <a:off x="433080" y="291960"/>
                <a:ext cx="581400" cy="58212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48" name="Google Shape;148;p5"/>
              <p:cNvSpPr/>
              <p:nvPr/>
            </p:nvSpPr>
            <p:spPr>
              <a:xfrm rot="10800000">
                <a:off x="510120" y="369720"/>
                <a:ext cx="427680" cy="426960"/>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49" name="Google Shape;149;p5"/>
              <p:cNvSpPr/>
              <p:nvPr/>
            </p:nvSpPr>
            <p:spPr>
              <a:xfrm rot="10800000">
                <a:off x="505440" y="364680"/>
                <a:ext cx="436680" cy="43704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50" name="Google Shape;150;p5"/>
              <p:cNvSpPr/>
              <p:nvPr/>
            </p:nvSpPr>
            <p:spPr>
              <a:xfrm rot="10800000">
                <a:off x="589320" y="448200"/>
                <a:ext cx="270000" cy="2700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51" name="Google Shape;151;p5"/>
              <p:cNvSpPr/>
              <p:nvPr/>
            </p:nvSpPr>
            <p:spPr>
              <a:xfrm rot="10800000">
                <a:off x="584280" y="443520"/>
                <a:ext cx="279360" cy="279000"/>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52" name="Google Shape;152;p5"/>
            <p:cNvGrpSpPr/>
            <p:nvPr/>
          </p:nvGrpSpPr>
          <p:grpSpPr>
            <a:xfrm>
              <a:off x="578160" y="1153440"/>
              <a:ext cx="291600" cy="292320"/>
              <a:chOff x="578160" y="1153440"/>
              <a:chExt cx="291600" cy="292320"/>
            </a:xfrm>
          </p:grpSpPr>
          <p:sp>
            <p:nvSpPr>
              <p:cNvPr id="153" name="Google Shape;153;p5"/>
              <p:cNvSpPr/>
              <p:nvPr/>
            </p:nvSpPr>
            <p:spPr>
              <a:xfrm rot="10800000">
                <a:off x="582480" y="1158480"/>
                <a:ext cx="282240" cy="28224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54" name="Google Shape;154;p5"/>
              <p:cNvSpPr/>
              <p:nvPr/>
            </p:nvSpPr>
            <p:spPr>
              <a:xfrm rot="10800000">
                <a:off x="578160" y="1153440"/>
                <a:ext cx="291600" cy="292320"/>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55" name="Google Shape;155;p5"/>
              <p:cNvSpPr/>
              <p:nvPr/>
            </p:nvSpPr>
            <p:spPr>
              <a:xfrm rot="10800000">
                <a:off x="644760" y="1220760"/>
                <a:ext cx="158040" cy="15804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56" name="Google Shape;156;p5"/>
              <p:cNvSpPr/>
              <p:nvPr/>
            </p:nvSpPr>
            <p:spPr>
              <a:xfrm rot="10800000">
                <a:off x="640080" y="1216080"/>
                <a:ext cx="167400" cy="167400"/>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57" name="Google Shape;157;p5"/>
            <p:cNvGrpSpPr/>
            <p:nvPr/>
          </p:nvGrpSpPr>
          <p:grpSpPr>
            <a:xfrm>
              <a:off x="636480" y="1779120"/>
              <a:ext cx="174600" cy="174600"/>
              <a:chOff x="636480" y="1779120"/>
              <a:chExt cx="174600" cy="174600"/>
            </a:xfrm>
          </p:grpSpPr>
          <p:sp>
            <p:nvSpPr>
              <p:cNvPr id="158" name="Google Shape;158;p5"/>
              <p:cNvSpPr/>
              <p:nvPr/>
            </p:nvSpPr>
            <p:spPr>
              <a:xfrm rot="10800000">
                <a:off x="641160" y="1783440"/>
                <a:ext cx="165600" cy="165240"/>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82800" rIns="91425" bIns="828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59" name="Google Shape;159;p5"/>
              <p:cNvSpPr/>
              <p:nvPr/>
            </p:nvSpPr>
            <p:spPr>
              <a:xfrm rot="10800000">
                <a:off x="636480" y="1779120"/>
                <a:ext cx="174600" cy="1746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87475" rIns="91425" bIns="874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60" name="Google Shape;160;p5"/>
              <p:cNvSpPr/>
              <p:nvPr/>
            </p:nvSpPr>
            <p:spPr>
              <a:xfrm rot="10800000">
                <a:off x="677880" y="1819800"/>
                <a:ext cx="92160" cy="92880"/>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46425" rIns="91425" bIns="46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61" name="Google Shape;161;p5"/>
              <p:cNvSpPr/>
              <p:nvPr/>
            </p:nvSpPr>
            <p:spPr>
              <a:xfrm rot="10800000">
                <a:off x="672840" y="1815480"/>
                <a:ext cx="102240" cy="10152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50750" rIns="91425" bIns="5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62" name="Google Shape;162;p5"/>
            <p:cNvGrpSpPr/>
            <p:nvPr/>
          </p:nvGrpSpPr>
          <p:grpSpPr>
            <a:xfrm>
              <a:off x="432720" y="2003040"/>
              <a:ext cx="174960" cy="26640"/>
              <a:chOff x="432720" y="2003040"/>
              <a:chExt cx="174960" cy="26640"/>
            </a:xfrm>
          </p:grpSpPr>
          <p:sp>
            <p:nvSpPr>
              <p:cNvPr id="163" name="Google Shape;163;p5"/>
              <p:cNvSpPr/>
              <p:nvPr/>
            </p:nvSpPr>
            <p:spPr>
              <a:xfrm>
                <a:off x="432720" y="20030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64" name="Google Shape;164;p5"/>
              <p:cNvSpPr/>
              <p:nvPr/>
            </p:nvSpPr>
            <p:spPr>
              <a:xfrm>
                <a:off x="506880" y="20030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65" name="Google Shape;165;p5"/>
              <p:cNvSpPr/>
              <p:nvPr/>
            </p:nvSpPr>
            <p:spPr>
              <a:xfrm>
                <a:off x="581040" y="20030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66" name="Google Shape;166;p5"/>
            <p:cNvGrpSpPr/>
            <p:nvPr/>
          </p:nvGrpSpPr>
          <p:grpSpPr>
            <a:xfrm>
              <a:off x="788040" y="208440"/>
              <a:ext cx="174600" cy="26640"/>
              <a:chOff x="788040" y="208440"/>
              <a:chExt cx="174600" cy="26640"/>
            </a:xfrm>
          </p:grpSpPr>
          <p:sp>
            <p:nvSpPr>
              <p:cNvPr id="167" name="Google Shape;167;p5"/>
              <p:cNvSpPr/>
              <p:nvPr/>
            </p:nvSpPr>
            <p:spPr>
              <a:xfrm>
                <a:off x="788040" y="2084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68" name="Google Shape;168;p5"/>
              <p:cNvSpPr/>
              <p:nvPr/>
            </p:nvSpPr>
            <p:spPr>
              <a:xfrm>
                <a:off x="862200" y="2084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69" name="Google Shape;169;p5"/>
              <p:cNvSpPr/>
              <p:nvPr/>
            </p:nvSpPr>
            <p:spPr>
              <a:xfrm>
                <a:off x="936000" y="2084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70" name="Google Shape;170;p5"/>
            <p:cNvGrpSpPr/>
            <p:nvPr/>
          </p:nvGrpSpPr>
          <p:grpSpPr>
            <a:xfrm>
              <a:off x="8129520" y="4988880"/>
              <a:ext cx="174600" cy="26640"/>
              <a:chOff x="8129520" y="4988880"/>
              <a:chExt cx="174600" cy="26640"/>
            </a:xfrm>
          </p:grpSpPr>
          <p:sp>
            <p:nvSpPr>
              <p:cNvPr id="171" name="Google Shape;171;p5"/>
              <p:cNvSpPr/>
              <p:nvPr/>
            </p:nvSpPr>
            <p:spPr>
              <a:xfrm>
                <a:off x="8129520" y="498888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72" name="Google Shape;172;p5"/>
              <p:cNvSpPr/>
              <p:nvPr/>
            </p:nvSpPr>
            <p:spPr>
              <a:xfrm>
                <a:off x="8203320" y="498888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73" name="Google Shape;173;p5"/>
              <p:cNvSpPr/>
              <p:nvPr/>
            </p:nvSpPr>
            <p:spPr>
              <a:xfrm>
                <a:off x="8277480" y="498888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74" name="Google Shape;174;p5"/>
            <p:cNvGrpSpPr/>
            <p:nvPr/>
          </p:nvGrpSpPr>
          <p:grpSpPr>
            <a:xfrm>
              <a:off x="8497440" y="3429360"/>
              <a:ext cx="174600" cy="26640"/>
              <a:chOff x="8497440" y="3429360"/>
              <a:chExt cx="174600" cy="26640"/>
            </a:xfrm>
          </p:grpSpPr>
          <p:sp>
            <p:nvSpPr>
              <p:cNvPr id="175" name="Google Shape;175;p5"/>
              <p:cNvSpPr/>
              <p:nvPr/>
            </p:nvSpPr>
            <p:spPr>
              <a:xfrm>
                <a:off x="8497440" y="342936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76" name="Google Shape;176;p5"/>
              <p:cNvSpPr/>
              <p:nvPr/>
            </p:nvSpPr>
            <p:spPr>
              <a:xfrm>
                <a:off x="8571600" y="342936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77" name="Google Shape;177;p5"/>
              <p:cNvSpPr/>
              <p:nvPr/>
            </p:nvSpPr>
            <p:spPr>
              <a:xfrm>
                <a:off x="8645400" y="342936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cxnSp>
          <p:nvCxnSpPr>
            <p:cNvPr id="178" name="Google Shape;178;p5"/>
            <p:cNvCxnSpPr/>
            <p:nvPr/>
          </p:nvCxnSpPr>
          <p:spPr>
            <a:xfrm>
              <a:off x="8407080" y="0"/>
              <a:ext cx="360" cy="2161080"/>
            </a:xfrm>
            <a:prstGeom prst="straightConnector1">
              <a:avLst/>
            </a:prstGeom>
            <a:noFill/>
            <a:ln w="9525" cap="flat" cmpd="sng">
              <a:solidFill>
                <a:srgbClr val="3D3D3D"/>
              </a:solidFill>
              <a:prstDash val="solid"/>
              <a:round/>
              <a:headEnd type="none" w="sm" len="sm"/>
              <a:tailEnd type="none" w="sm" len="sm"/>
            </a:ln>
          </p:spPr>
        </p:cxnSp>
        <p:cxnSp>
          <p:nvCxnSpPr>
            <p:cNvPr id="179" name="Google Shape;179;p5"/>
            <p:cNvCxnSpPr/>
            <p:nvPr/>
          </p:nvCxnSpPr>
          <p:spPr>
            <a:xfrm>
              <a:off x="717840" y="2985480"/>
              <a:ext cx="360" cy="2161080"/>
            </a:xfrm>
            <a:prstGeom prst="straightConnector1">
              <a:avLst/>
            </a:prstGeom>
            <a:noFill/>
            <a:ln w="9525" cap="flat" cmpd="sng">
              <a:solidFill>
                <a:srgbClr val="3D3D3D"/>
              </a:solidFill>
              <a:prstDash val="solid"/>
              <a:round/>
              <a:headEnd type="none" w="sm" len="sm"/>
              <a:tailEnd type="none" w="sm" len="sm"/>
            </a:ln>
          </p:spPr>
        </p:cxnSp>
        <p:sp>
          <p:nvSpPr>
            <p:cNvPr id="180" name="Google Shape;180;p5"/>
            <p:cNvSpPr/>
            <p:nvPr/>
          </p:nvSpPr>
          <p:spPr>
            <a:xfrm>
              <a:off x="671760" y="4587840"/>
              <a:ext cx="92160" cy="92160"/>
            </a:xfrm>
            <a:prstGeom prst="ellipse">
              <a:avLst/>
            </a:prstGeom>
            <a:solidFill>
              <a:schemeClr val="dk1"/>
            </a:solidFill>
            <a:ln w="9525" cap="flat" cmpd="sng">
              <a:solidFill>
                <a:srgbClr val="3D3D3D"/>
              </a:solidFill>
              <a:prstDash val="solid"/>
              <a:round/>
              <a:headEnd type="none" w="sm" len="sm"/>
              <a:tailEnd type="none" w="sm" len="sm"/>
            </a:ln>
          </p:spPr>
          <p:txBody>
            <a:bodyPr spcFirstLastPara="1" wrap="square" lIns="91425" tIns="32750" rIns="91425" bIns="32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81" name="Google Shape;181;p5"/>
            <p:cNvSpPr/>
            <p:nvPr/>
          </p:nvSpPr>
          <p:spPr>
            <a:xfrm>
              <a:off x="671760" y="3940200"/>
              <a:ext cx="92160" cy="92160"/>
            </a:xfrm>
            <a:prstGeom prst="ellipse">
              <a:avLst/>
            </a:prstGeom>
            <a:solidFill>
              <a:schemeClr val="dk1"/>
            </a:solidFill>
            <a:ln w="9525" cap="flat" cmpd="sng">
              <a:solidFill>
                <a:srgbClr val="3D3D3D"/>
              </a:solidFill>
              <a:prstDash val="solid"/>
              <a:round/>
              <a:headEnd type="none" w="sm" len="sm"/>
              <a:tailEnd type="none" w="sm" len="sm"/>
            </a:ln>
          </p:spPr>
          <p:txBody>
            <a:bodyPr spcFirstLastPara="1" wrap="square" lIns="91425" tIns="32750" rIns="91425" bIns="32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82" name="Google Shape;182;p5"/>
            <p:cNvSpPr/>
            <p:nvPr/>
          </p:nvSpPr>
          <p:spPr>
            <a:xfrm>
              <a:off x="8361000" y="1453680"/>
              <a:ext cx="92160" cy="92160"/>
            </a:xfrm>
            <a:prstGeom prst="ellipse">
              <a:avLst/>
            </a:prstGeom>
            <a:solidFill>
              <a:schemeClr val="dk1"/>
            </a:solidFill>
            <a:ln w="9525" cap="flat" cmpd="sng">
              <a:solidFill>
                <a:srgbClr val="3D3D3D"/>
              </a:solidFill>
              <a:prstDash val="solid"/>
              <a:round/>
              <a:headEnd type="none" w="sm" len="sm"/>
              <a:tailEnd type="none" w="sm" len="sm"/>
            </a:ln>
          </p:spPr>
          <p:txBody>
            <a:bodyPr spcFirstLastPara="1" wrap="square" lIns="91425" tIns="32750" rIns="91425" bIns="32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83" name="Google Shape;183;p5"/>
            <p:cNvSpPr/>
            <p:nvPr/>
          </p:nvSpPr>
          <p:spPr>
            <a:xfrm>
              <a:off x="8361000" y="234720"/>
              <a:ext cx="92160" cy="92160"/>
            </a:xfrm>
            <a:prstGeom prst="ellipse">
              <a:avLst/>
            </a:prstGeom>
            <a:solidFill>
              <a:schemeClr val="dk1"/>
            </a:solidFill>
            <a:ln w="9525" cap="flat" cmpd="sng">
              <a:solidFill>
                <a:srgbClr val="3D3D3D"/>
              </a:solidFill>
              <a:prstDash val="solid"/>
              <a:round/>
              <a:headEnd type="none" w="sm" len="sm"/>
              <a:tailEnd type="none" w="sm" len="sm"/>
            </a:ln>
          </p:spPr>
          <p:txBody>
            <a:bodyPr spcFirstLastPara="1" wrap="square" lIns="91425" tIns="32750" rIns="91425" bIns="32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184" name="Google Shape;184;p5"/>
          <p:cNvSpPr txBox="1">
            <a:spLocks noGrp="1"/>
          </p:cNvSpPr>
          <p:nvPr>
            <p:ph type="body" idx="1"/>
          </p:nvPr>
        </p:nvSpPr>
        <p:spPr>
          <a:xfrm>
            <a:off x="457200" y="1203480"/>
            <a:ext cx="8229240" cy="298296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Google Shape;189;p7"/>
          <p:cNvSpPr txBox="1">
            <a:spLocks noGrp="1"/>
          </p:cNvSpPr>
          <p:nvPr>
            <p:ph type="title"/>
          </p:nvPr>
        </p:nvSpPr>
        <p:spPr>
          <a:xfrm>
            <a:off x="2532960" y="338400"/>
            <a:ext cx="4087080" cy="575640"/>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90" name="Google Shape;190;p7"/>
          <p:cNvSpPr txBox="1">
            <a:spLocks noGrp="1"/>
          </p:cNvSpPr>
          <p:nvPr>
            <p:ph type="body" idx="1"/>
          </p:nvPr>
        </p:nvSpPr>
        <p:spPr>
          <a:xfrm>
            <a:off x="714600" y="1152000"/>
            <a:ext cx="7705080" cy="3529080"/>
          </a:xfrm>
          <a:prstGeom prst="rect">
            <a:avLst/>
          </a:prstGeom>
          <a:noFill/>
          <a:ln>
            <a:noFill/>
          </a:ln>
        </p:spPr>
        <p:txBody>
          <a:bodyPr spcFirstLastPara="1" wrap="square" lIns="91425" tIns="91425" rIns="91425" bIns="91425" anchor="ctr"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cxnSp>
        <p:nvCxnSpPr>
          <p:cNvPr id="191" name="Google Shape;191;p7"/>
          <p:cNvCxnSpPr/>
          <p:nvPr/>
        </p:nvCxnSpPr>
        <p:spPr>
          <a:xfrm rot="10800000">
            <a:off x="302760" y="3359160"/>
            <a:ext cx="152280" cy="957600"/>
          </a:xfrm>
          <a:prstGeom prst="straightConnector1">
            <a:avLst/>
          </a:prstGeom>
          <a:noFill/>
          <a:ln w="9525" cap="flat" cmpd="sng">
            <a:solidFill>
              <a:srgbClr val="3D3D3D"/>
            </a:solidFill>
            <a:prstDash val="solid"/>
            <a:round/>
            <a:headEnd type="none" w="sm" len="sm"/>
            <a:tailEnd type="none" w="sm" len="sm"/>
          </a:ln>
        </p:spPr>
      </p:cxnSp>
      <p:cxnSp>
        <p:nvCxnSpPr>
          <p:cNvPr id="192" name="Google Shape;192;p7"/>
          <p:cNvCxnSpPr/>
          <p:nvPr/>
        </p:nvCxnSpPr>
        <p:spPr>
          <a:xfrm rot="10800000" flipH="1">
            <a:off x="0" y="4332240"/>
            <a:ext cx="446760" cy="664560"/>
          </a:xfrm>
          <a:prstGeom prst="straightConnector1">
            <a:avLst/>
          </a:prstGeom>
          <a:noFill/>
          <a:ln w="9525" cap="flat" cmpd="sng">
            <a:solidFill>
              <a:srgbClr val="3D3D3D"/>
            </a:solidFill>
            <a:prstDash val="solid"/>
            <a:round/>
            <a:headEnd type="none" w="sm" len="sm"/>
            <a:tailEnd type="none" w="sm" len="sm"/>
          </a:ln>
        </p:spPr>
      </p:cxnSp>
      <p:grpSp>
        <p:nvGrpSpPr>
          <p:cNvPr id="193" name="Google Shape;193;p7"/>
          <p:cNvGrpSpPr/>
          <p:nvPr/>
        </p:nvGrpSpPr>
        <p:grpSpPr>
          <a:xfrm>
            <a:off x="300600" y="4167720"/>
            <a:ext cx="291600" cy="292320"/>
            <a:chOff x="300600" y="4167720"/>
            <a:chExt cx="291600" cy="292320"/>
          </a:xfrm>
        </p:grpSpPr>
        <p:sp>
          <p:nvSpPr>
            <p:cNvPr id="194" name="Google Shape;194;p7"/>
            <p:cNvSpPr/>
            <p:nvPr/>
          </p:nvSpPr>
          <p:spPr>
            <a:xfrm flipH="1">
              <a:off x="305280" y="4172760"/>
              <a:ext cx="282240" cy="28224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95" name="Google Shape;195;p7"/>
            <p:cNvSpPr/>
            <p:nvPr/>
          </p:nvSpPr>
          <p:spPr>
            <a:xfrm flipH="1">
              <a:off x="300600" y="4167720"/>
              <a:ext cx="291600" cy="292320"/>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196" name="Google Shape;196;p7"/>
            <p:cNvSpPr/>
            <p:nvPr/>
          </p:nvSpPr>
          <p:spPr>
            <a:xfrm flipH="1">
              <a:off x="366840" y="4234680"/>
              <a:ext cx="158040" cy="15804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197" name="Google Shape;197;p7"/>
            <p:cNvSpPr/>
            <p:nvPr/>
          </p:nvSpPr>
          <p:spPr>
            <a:xfrm flipH="1">
              <a:off x="361800" y="4230360"/>
              <a:ext cx="167400" cy="167400"/>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198" name="Google Shape;198;p7"/>
          <p:cNvGrpSpPr/>
          <p:nvPr/>
        </p:nvGrpSpPr>
        <p:grpSpPr>
          <a:xfrm>
            <a:off x="147960" y="3224160"/>
            <a:ext cx="292680" cy="293040"/>
            <a:chOff x="147960" y="3224160"/>
            <a:chExt cx="292680" cy="293040"/>
          </a:xfrm>
        </p:grpSpPr>
        <p:sp>
          <p:nvSpPr>
            <p:cNvPr id="199" name="Google Shape;199;p7"/>
            <p:cNvSpPr/>
            <p:nvPr/>
          </p:nvSpPr>
          <p:spPr>
            <a:xfrm flipH="1">
              <a:off x="150480" y="3226680"/>
              <a:ext cx="288360" cy="288000"/>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00" name="Google Shape;200;p7"/>
            <p:cNvSpPr/>
            <p:nvPr/>
          </p:nvSpPr>
          <p:spPr>
            <a:xfrm flipH="1">
              <a:off x="147960" y="3224160"/>
              <a:ext cx="292680" cy="29304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01" name="Google Shape;201;p7"/>
            <p:cNvSpPr/>
            <p:nvPr/>
          </p:nvSpPr>
          <p:spPr>
            <a:xfrm flipH="1">
              <a:off x="187560" y="3263400"/>
              <a:ext cx="215280" cy="214920"/>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02" name="Google Shape;202;p7"/>
            <p:cNvSpPr/>
            <p:nvPr/>
          </p:nvSpPr>
          <p:spPr>
            <a:xfrm flipH="1">
              <a:off x="185400" y="3260880"/>
              <a:ext cx="219600" cy="21996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03" name="Google Shape;203;p7"/>
            <p:cNvSpPr/>
            <p:nvPr/>
          </p:nvSpPr>
          <p:spPr>
            <a:xfrm flipH="1">
              <a:off x="226800" y="3303000"/>
              <a:ext cx="135720" cy="13572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68025" rIns="91425" bIns="680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04" name="Google Shape;204;p7"/>
            <p:cNvSpPr/>
            <p:nvPr/>
          </p:nvSpPr>
          <p:spPr>
            <a:xfrm flipH="1">
              <a:off x="224280" y="3300840"/>
              <a:ext cx="140760" cy="140400"/>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70200" rIns="91425" bIns="70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cxnSp>
        <p:nvCxnSpPr>
          <p:cNvPr id="205" name="Google Shape;205;p7"/>
          <p:cNvCxnSpPr/>
          <p:nvPr/>
        </p:nvCxnSpPr>
        <p:spPr>
          <a:xfrm rot="10800000">
            <a:off x="7196760" y="294840"/>
            <a:ext cx="1157400" cy="543240"/>
          </a:xfrm>
          <a:prstGeom prst="straightConnector1">
            <a:avLst/>
          </a:prstGeom>
          <a:noFill/>
          <a:ln w="9525" cap="flat" cmpd="sng">
            <a:solidFill>
              <a:srgbClr val="3D3D3D"/>
            </a:solidFill>
            <a:prstDash val="solid"/>
            <a:round/>
            <a:headEnd type="none" w="sm" len="sm"/>
            <a:tailEnd type="none" w="sm" len="sm"/>
          </a:ln>
        </p:spPr>
      </p:cxnSp>
      <p:cxnSp>
        <p:nvCxnSpPr>
          <p:cNvPr id="206" name="Google Shape;206;p7"/>
          <p:cNvCxnSpPr/>
          <p:nvPr/>
        </p:nvCxnSpPr>
        <p:spPr>
          <a:xfrm flipH="1">
            <a:off x="8353800" y="-6480"/>
            <a:ext cx="792000" cy="836280"/>
          </a:xfrm>
          <a:prstGeom prst="straightConnector1">
            <a:avLst/>
          </a:prstGeom>
          <a:noFill/>
          <a:ln w="9525" cap="flat" cmpd="sng">
            <a:solidFill>
              <a:srgbClr val="3D3D3D"/>
            </a:solidFill>
            <a:prstDash val="solid"/>
            <a:round/>
            <a:headEnd type="none" w="sm" len="sm"/>
            <a:tailEnd type="none" w="sm" len="sm"/>
          </a:ln>
        </p:spPr>
      </p:cxnSp>
      <p:grpSp>
        <p:nvGrpSpPr>
          <p:cNvPr id="207" name="Google Shape;207;p7"/>
          <p:cNvGrpSpPr/>
          <p:nvPr/>
        </p:nvGrpSpPr>
        <p:grpSpPr>
          <a:xfrm>
            <a:off x="8064360" y="527040"/>
            <a:ext cx="581400" cy="582120"/>
            <a:chOff x="8064360" y="527040"/>
            <a:chExt cx="581400" cy="582120"/>
          </a:xfrm>
        </p:grpSpPr>
        <p:sp>
          <p:nvSpPr>
            <p:cNvPr id="208" name="Google Shape;208;p7"/>
            <p:cNvSpPr/>
            <p:nvPr/>
          </p:nvSpPr>
          <p:spPr>
            <a:xfrm>
              <a:off x="8068680" y="532080"/>
              <a:ext cx="572400" cy="572040"/>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09" name="Google Shape;209;p7"/>
            <p:cNvSpPr/>
            <p:nvPr/>
          </p:nvSpPr>
          <p:spPr>
            <a:xfrm>
              <a:off x="8064360" y="527040"/>
              <a:ext cx="581400" cy="58212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10" name="Google Shape;210;p7"/>
            <p:cNvSpPr/>
            <p:nvPr/>
          </p:nvSpPr>
          <p:spPr>
            <a:xfrm>
              <a:off x="8141040" y="604440"/>
              <a:ext cx="427680" cy="426960"/>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11" name="Google Shape;211;p7"/>
            <p:cNvSpPr/>
            <p:nvPr/>
          </p:nvSpPr>
          <p:spPr>
            <a:xfrm>
              <a:off x="8136720" y="599400"/>
              <a:ext cx="436680" cy="43704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12" name="Google Shape;212;p7"/>
            <p:cNvSpPr/>
            <p:nvPr/>
          </p:nvSpPr>
          <p:spPr>
            <a:xfrm>
              <a:off x="8219880" y="682920"/>
              <a:ext cx="270000" cy="2700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13" name="Google Shape;213;p7"/>
            <p:cNvSpPr/>
            <p:nvPr/>
          </p:nvSpPr>
          <p:spPr>
            <a:xfrm>
              <a:off x="8215200" y="678600"/>
              <a:ext cx="279360" cy="279000"/>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214" name="Google Shape;214;p7"/>
          <p:cNvGrpSpPr/>
          <p:nvPr/>
        </p:nvGrpSpPr>
        <p:grpSpPr>
          <a:xfrm>
            <a:off x="7034040" y="171000"/>
            <a:ext cx="291600" cy="292320"/>
            <a:chOff x="7034040" y="171000"/>
            <a:chExt cx="291600" cy="292320"/>
          </a:xfrm>
        </p:grpSpPr>
        <p:sp>
          <p:nvSpPr>
            <p:cNvPr id="215" name="Google Shape;215;p7"/>
            <p:cNvSpPr/>
            <p:nvPr/>
          </p:nvSpPr>
          <p:spPr>
            <a:xfrm>
              <a:off x="7039080" y="176040"/>
              <a:ext cx="282240" cy="28224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16" name="Google Shape;216;p7"/>
            <p:cNvSpPr/>
            <p:nvPr/>
          </p:nvSpPr>
          <p:spPr>
            <a:xfrm>
              <a:off x="7034040" y="171000"/>
              <a:ext cx="291600" cy="292320"/>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17" name="Google Shape;217;p7"/>
            <p:cNvSpPr/>
            <p:nvPr/>
          </p:nvSpPr>
          <p:spPr>
            <a:xfrm>
              <a:off x="7100640" y="237600"/>
              <a:ext cx="158040" cy="15804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79200" rIns="91425" bIns="792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18" name="Google Shape;218;p7"/>
            <p:cNvSpPr/>
            <p:nvPr/>
          </p:nvSpPr>
          <p:spPr>
            <a:xfrm>
              <a:off x="7096320" y="233280"/>
              <a:ext cx="167400" cy="167400"/>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83875" rIns="91425" bIns="83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219" name="Google Shape;219;p7"/>
          <p:cNvGrpSpPr/>
          <p:nvPr/>
        </p:nvGrpSpPr>
        <p:grpSpPr>
          <a:xfrm>
            <a:off x="8758080" y="229680"/>
            <a:ext cx="174600" cy="174600"/>
            <a:chOff x="8758080" y="229680"/>
            <a:chExt cx="174600" cy="174600"/>
          </a:xfrm>
        </p:grpSpPr>
        <p:sp>
          <p:nvSpPr>
            <p:cNvPr id="220" name="Google Shape;220;p7"/>
            <p:cNvSpPr/>
            <p:nvPr/>
          </p:nvSpPr>
          <p:spPr>
            <a:xfrm>
              <a:off x="8762400" y="234720"/>
              <a:ext cx="165600" cy="165240"/>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82800" rIns="91425" bIns="828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21" name="Google Shape;221;p7"/>
            <p:cNvSpPr/>
            <p:nvPr/>
          </p:nvSpPr>
          <p:spPr>
            <a:xfrm>
              <a:off x="8758080" y="229680"/>
              <a:ext cx="174600" cy="1746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87475" rIns="91425" bIns="874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22" name="Google Shape;222;p7"/>
            <p:cNvSpPr/>
            <p:nvPr/>
          </p:nvSpPr>
          <p:spPr>
            <a:xfrm>
              <a:off x="8799120" y="271080"/>
              <a:ext cx="92160" cy="92880"/>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46425" rIns="91425" bIns="46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23" name="Google Shape;223;p7"/>
            <p:cNvSpPr/>
            <p:nvPr/>
          </p:nvSpPr>
          <p:spPr>
            <a:xfrm>
              <a:off x="8794080" y="266400"/>
              <a:ext cx="102240" cy="10152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50750" rIns="91425" bIns="50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224" name="Google Shape;224;p7"/>
          <p:cNvGrpSpPr/>
          <p:nvPr/>
        </p:nvGrpSpPr>
        <p:grpSpPr>
          <a:xfrm>
            <a:off x="8489880" y="171000"/>
            <a:ext cx="174960" cy="26640"/>
            <a:chOff x="8489880" y="171000"/>
            <a:chExt cx="174960" cy="26640"/>
          </a:xfrm>
        </p:grpSpPr>
        <p:sp>
          <p:nvSpPr>
            <p:cNvPr id="225" name="Google Shape;225;p7"/>
            <p:cNvSpPr/>
            <p:nvPr/>
          </p:nvSpPr>
          <p:spPr>
            <a:xfrm>
              <a:off x="8489880" y="17100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26" name="Google Shape;226;p7"/>
            <p:cNvSpPr/>
            <p:nvPr/>
          </p:nvSpPr>
          <p:spPr>
            <a:xfrm>
              <a:off x="8564040" y="17100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27" name="Google Shape;227;p7"/>
            <p:cNvSpPr/>
            <p:nvPr/>
          </p:nvSpPr>
          <p:spPr>
            <a:xfrm>
              <a:off x="8638200" y="17100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grpSp>
        <p:nvGrpSpPr>
          <p:cNvPr id="228" name="Google Shape;228;p7"/>
          <p:cNvGrpSpPr/>
          <p:nvPr/>
        </p:nvGrpSpPr>
        <p:grpSpPr>
          <a:xfrm>
            <a:off x="7916400" y="1124640"/>
            <a:ext cx="174600" cy="26640"/>
            <a:chOff x="7916400" y="1124640"/>
            <a:chExt cx="174600" cy="26640"/>
          </a:xfrm>
        </p:grpSpPr>
        <p:sp>
          <p:nvSpPr>
            <p:cNvPr id="229" name="Google Shape;229;p7"/>
            <p:cNvSpPr/>
            <p:nvPr/>
          </p:nvSpPr>
          <p:spPr>
            <a:xfrm>
              <a:off x="7916400" y="11246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30" name="Google Shape;230;p7"/>
            <p:cNvSpPr/>
            <p:nvPr/>
          </p:nvSpPr>
          <p:spPr>
            <a:xfrm>
              <a:off x="7990200" y="11246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31" name="Google Shape;231;p7"/>
            <p:cNvSpPr/>
            <p:nvPr/>
          </p:nvSpPr>
          <p:spPr>
            <a:xfrm>
              <a:off x="8064360" y="1124640"/>
              <a:ext cx="26640" cy="26640"/>
            </a:xfrm>
            <a:prstGeom prst="ellipse">
              <a:avLst/>
            </a:prstGeom>
            <a:solidFill>
              <a:schemeClr val="dk1"/>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6.jpg"/></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5.xml"/><Relationship Id="rId5" Type="http://schemas.openxmlformats.org/officeDocument/2006/relationships/image" Target="../media/image28.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8" Type="http://schemas.openxmlformats.org/officeDocument/2006/relationships/hyperlink" Target="https://www.youtube.com/watch?v=sLN1KNOX68M" TargetMode="External"/><Relationship Id="rId13" Type="http://schemas.openxmlformats.org/officeDocument/2006/relationships/hyperlink" Target="https://www.cloudflare.com/learning/?utm_source=chatgpt.com" TargetMode="External"/><Relationship Id="rId3" Type="http://schemas.openxmlformats.org/officeDocument/2006/relationships/hyperlink" Target="https://cloud.google.com/learn/what-is-cloud-computing" TargetMode="External"/><Relationship Id="rId7" Type="http://schemas.openxmlformats.org/officeDocument/2006/relationships/hyperlink" Target="https://www.future-processing.com/blog/the-advantages-and-disadvantages-of-cloud-computing/" TargetMode="External"/><Relationship Id="rId12" Type="http://schemas.openxmlformats.org/officeDocument/2006/relationships/hyperlink" Target="https://www.youtube.com/watch?v=-zJ4yrD5jKw"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hyperlink" Target="https://devot.team/blog/advantages-and-disadvantages-of-cloud-computing" TargetMode="External"/><Relationship Id="rId11" Type="http://schemas.openxmlformats.org/officeDocument/2006/relationships/hyperlink" Target="https://www.youtube.com/watch?v=qQGUttofN0w" TargetMode="External"/><Relationship Id="rId5" Type="http://schemas.openxmlformats.org/officeDocument/2006/relationships/hyperlink" Target="https://www.opit.com/magazine/advantages-of-cloud-computing/" TargetMode="External"/><Relationship Id="rId10" Type="http://schemas.openxmlformats.org/officeDocument/2006/relationships/hyperlink" Target="https://www.youtube.com/watch?v=uhcV9Uo_N0c" TargetMode="External"/><Relationship Id="rId4" Type="http://schemas.openxmlformats.org/officeDocument/2006/relationships/hyperlink" Target="https://www.oracle.com/europe/cloud/what-is-cloud-computing/" TargetMode="External"/><Relationship Id="rId9" Type="http://schemas.openxmlformats.org/officeDocument/2006/relationships/hyperlink" Target="https://www.ainfosys.com/tutorials/cloud-vs-local-server/" TargetMode="External"/><Relationship Id="rId14" Type="http://schemas.openxmlformats.org/officeDocument/2006/relationships/hyperlink" Target="https://tryhackme.com/?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grpSp>
        <p:nvGrpSpPr>
          <p:cNvPr id="237" name="Google Shape;237;p9"/>
          <p:cNvGrpSpPr/>
          <p:nvPr/>
        </p:nvGrpSpPr>
        <p:grpSpPr>
          <a:xfrm>
            <a:off x="150840" y="1506600"/>
            <a:ext cx="4420440" cy="3636360"/>
            <a:chOff x="150840" y="1506600"/>
            <a:chExt cx="4420440" cy="3636360"/>
          </a:xfrm>
        </p:grpSpPr>
        <p:sp>
          <p:nvSpPr>
            <p:cNvPr id="238" name="Google Shape;238;p9"/>
            <p:cNvSpPr/>
            <p:nvPr/>
          </p:nvSpPr>
          <p:spPr>
            <a:xfrm>
              <a:off x="389880" y="1506600"/>
              <a:ext cx="3972240" cy="3552480"/>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39" name="Google Shape;239;p9"/>
            <p:cNvSpPr/>
            <p:nvPr/>
          </p:nvSpPr>
          <p:spPr>
            <a:xfrm>
              <a:off x="507600" y="1506600"/>
              <a:ext cx="3815280" cy="3547800"/>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40" name="Google Shape;240;p9"/>
            <p:cNvSpPr/>
            <p:nvPr/>
          </p:nvSpPr>
          <p:spPr>
            <a:xfrm>
              <a:off x="3913920" y="3573720"/>
              <a:ext cx="587520" cy="1562400"/>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1" name="Google Shape;241;p9"/>
            <p:cNvSpPr/>
            <p:nvPr/>
          </p:nvSpPr>
          <p:spPr>
            <a:xfrm>
              <a:off x="1820880" y="3048120"/>
              <a:ext cx="1759320" cy="2094480"/>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2" name="Google Shape;242;p9"/>
            <p:cNvSpPr/>
            <p:nvPr/>
          </p:nvSpPr>
          <p:spPr>
            <a:xfrm>
              <a:off x="1820880" y="3225240"/>
              <a:ext cx="1611360" cy="1917720"/>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3" name="Google Shape;243;p9"/>
            <p:cNvSpPr/>
            <p:nvPr/>
          </p:nvSpPr>
          <p:spPr>
            <a:xfrm>
              <a:off x="3426480" y="3054600"/>
              <a:ext cx="148320" cy="2081880"/>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4" name="Google Shape;244;p9"/>
            <p:cNvSpPr/>
            <p:nvPr/>
          </p:nvSpPr>
          <p:spPr>
            <a:xfrm>
              <a:off x="3502440" y="4753440"/>
              <a:ext cx="72360" cy="383040"/>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45" name="Google Shape;245;p9"/>
            <p:cNvSpPr/>
            <p:nvPr/>
          </p:nvSpPr>
          <p:spPr>
            <a:xfrm>
              <a:off x="3497040" y="4747680"/>
              <a:ext cx="83160" cy="395280"/>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6" name="Google Shape;246;p9"/>
            <p:cNvSpPr/>
            <p:nvPr/>
          </p:nvSpPr>
          <p:spPr>
            <a:xfrm>
              <a:off x="3575160" y="4487400"/>
              <a:ext cx="313560" cy="649080"/>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7" name="Google Shape;247;p9"/>
            <p:cNvSpPr/>
            <p:nvPr/>
          </p:nvSpPr>
          <p:spPr>
            <a:xfrm>
              <a:off x="3569040" y="4481640"/>
              <a:ext cx="325080" cy="66132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48" name="Google Shape;248;p9"/>
            <p:cNvSpPr/>
            <p:nvPr/>
          </p:nvSpPr>
          <p:spPr>
            <a:xfrm>
              <a:off x="1045080" y="4753440"/>
              <a:ext cx="72360" cy="383040"/>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49" name="Google Shape;249;p9"/>
            <p:cNvSpPr/>
            <p:nvPr/>
          </p:nvSpPr>
          <p:spPr>
            <a:xfrm>
              <a:off x="1039680" y="4747680"/>
              <a:ext cx="83160" cy="395280"/>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0" name="Google Shape;250;p9"/>
            <p:cNvSpPr/>
            <p:nvPr/>
          </p:nvSpPr>
          <p:spPr>
            <a:xfrm>
              <a:off x="1117800" y="4487400"/>
              <a:ext cx="313560" cy="649080"/>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1" name="Google Shape;251;p9"/>
            <p:cNvSpPr/>
            <p:nvPr/>
          </p:nvSpPr>
          <p:spPr>
            <a:xfrm>
              <a:off x="1111680" y="4481640"/>
              <a:ext cx="325080" cy="66132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2" name="Google Shape;252;p9"/>
            <p:cNvSpPr/>
            <p:nvPr/>
          </p:nvSpPr>
          <p:spPr>
            <a:xfrm>
              <a:off x="765720" y="4426560"/>
              <a:ext cx="3354120" cy="39456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53" name="Google Shape;253;p9"/>
            <p:cNvSpPr/>
            <p:nvPr/>
          </p:nvSpPr>
          <p:spPr>
            <a:xfrm>
              <a:off x="760320" y="4420440"/>
              <a:ext cx="3364920" cy="40608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4" name="Google Shape;254;p9"/>
            <p:cNvSpPr/>
            <p:nvPr/>
          </p:nvSpPr>
          <p:spPr>
            <a:xfrm>
              <a:off x="766800" y="4426560"/>
              <a:ext cx="3352680" cy="369000"/>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55" name="Google Shape;255;p9"/>
            <p:cNvSpPr/>
            <p:nvPr/>
          </p:nvSpPr>
          <p:spPr>
            <a:xfrm>
              <a:off x="761040" y="4420080"/>
              <a:ext cx="3364920" cy="381600"/>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6" name="Google Shape;256;p9"/>
            <p:cNvSpPr/>
            <p:nvPr/>
          </p:nvSpPr>
          <p:spPr>
            <a:xfrm>
              <a:off x="3186720" y="4584960"/>
              <a:ext cx="500040" cy="14832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74150" rIns="91425" bIns="7415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57" name="Google Shape;257;p9"/>
            <p:cNvSpPr/>
            <p:nvPr/>
          </p:nvSpPr>
          <p:spPr>
            <a:xfrm>
              <a:off x="3180600" y="4579200"/>
              <a:ext cx="512280" cy="160200"/>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80275" rIns="91425" bIns="802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8" name="Google Shape;258;p9"/>
            <p:cNvSpPr/>
            <p:nvPr/>
          </p:nvSpPr>
          <p:spPr>
            <a:xfrm>
              <a:off x="3661920" y="4426560"/>
              <a:ext cx="457560" cy="39456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59" name="Google Shape;259;p9"/>
            <p:cNvSpPr/>
            <p:nvPr/>
          </p:nvSpPr>
          <p:spPr>
            <a:xfrm>
              <a:off x="3656520" y="4420440"/>
              <a:ext cx="468360" cy="406440"/>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0" name="Google Shape;260;p9"/>
            <p:cNvSpPr/>
            <p:nvPr/>
          </p:nvSpPr>
          <p:spPr>
            <a:xfrm>
              <a:off x="3274920" y="4437000"/>
              <a:ext cx="605160" cy="196920"/>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1" name="Google Shape;261;p9"/>
            <p:cNvSpPr/>
            <p:nvPr/>
          </p:nvSpPr>
          <p:spPr>
            <a:xfrm>
              <a:off x="3342960" y="4593240"/>
              <a:ext cx="173520" cy="1224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61200" rIns="91425" bIns="61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2" name="Google Shape;262;p9"/>
            <p:cNvSpPr/>
            <p:nvPr/>
          </p:nvSpPr>
          <p:spPr>
            <a:xfrm>
              <a:off x="3442680" y="4614480"/>
              <a:ext cx="47520" cy="82800"/>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41400" rIns="91425" bIns="414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63" name="Google Shape;263;p9"/>
            <p:cNvSpPr/>
            <p:nvPr/>
          </p:nvSpPr>
          <p:spPr>
            <a:xfrm>
              <a:off x="2013480" y="4534560"/>
              <a:ext cx="1338480" cy="219600"/>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64" name="Google Shape;264;p9"/>
            <p:cNvSpPr/>
            <p:nvPr/>
          </p:nvSpPr>
          <p:spPr>
            <a:xfrm>
              <a:off x="2007360" y="4529160"/>
              <a:ext cx="1350720" cy="231120"/>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5" name="Google Shape;265;p9"/>
            <p:cNvSpPr/>
            <p:nvPr/>
          </p:nvSpPr>
          <p:spPr>
            <a:xfrm>
              <a:off x="3084840" y="4528800"/>
              <a:ext cx="273240" cy="245160"/>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6" name="Google Shape;266;p9"/>
            <p:cNvSpPr/>
            <p:nvPr/>
          </p:nvSpPr>
          <p:spPr>
            <a:xfrm>
              <a:off x="2013480" y="4754880"/>
              <a:ext cx="1076400" cy="12960"/>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6475" rIns="91425" bIns="64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267" name="Google Shape;267;p9"/>
            <p:cNvSpPr/>
            <p:nvPr/>
          </p:nvSpPr>
          <p:spPr>
            <a:xfrm>
              <a:off x="2007360" y="4748400"/>
              <a:ext cx="1088640" cy="25920"/>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12950" rIns="91425" bIns="129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8" name="Google Shape;268;p9"/>
            <p:cNvSpPr/>
            <p:nvPr/>
          </p:nvSpPr>
          <p:spPr>
            <a:xfrm>
              <a:off x="2323800" y="4653720"/>
              <a:ext cx="117360" cy="4140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69" name="Google Shape;269;p9"/>
            <p:cNvSpPr/>
            <p:nvPr/>
          </p:nvSpPr>
          <p:spPr>
            <a:xfrm>
              <a:off x="2395440" y="4653720"/>
              <a:ext cx="117360" cy="4140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0" name="Google Shape;270;p9"/>
            <p:cNvSpPr/>
            <p:nvPr/>
          </p:nvSpPr>
          <p:spPr>
            <a:xfrm>
              <a:off x="2252520" y="4653720"/>
              <a:ext cx="117360" cy="4140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1" name="Google Shape;271;p9"/>
            <p:cNvSpPr/>
            <p:nvPr/>
          </p:nvSpPr>
          <p:spPr>
            <a:xfrm>
              <a:off x="2287440" y="4624560"/>
              <a:ext cx="117360" cy="4068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2" name="Google Shape;272;p9"/>
            <p:cNvSpPr/>
            <p:nvPr/>
          </p:nvSpPr>
          <p:spPr>
            <a:xfrm>
              <a:off x="2393280" y="4594680"/>
              <a:ext cx="117360" cy="4140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3" name="Google Shape;273;p9"/>
            <p:cNvSpPr/>
            <p:nvPr/>
          </p:nvSpPr>
          <p:spPr>
            <a:xfrm>
              <a:off x="2322000" y="4594680"/>
              <a:ext cx="117360" cy="4140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4" name="Google Shape;274;p9"/>
            <p:cNvSpPr/>
            <p:nvPr/>
          </p:nvSpPr>
          <p:spPr>
            <a:xfrm>
              <a:off x="2466000" y="4653720"/>
              <a:ext cx="117360" cy="4140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5" name="Google Shape;275;p9"/>
            <p:cNvSpPr/>
            <p:nvPr/>
          </p:nvSpPr>
          <p:spPr>
            <a:xfrm>
              <a:off x="2821680" y="4653720"/>
              <a:ext cx="117360" cy="4140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6" name="Google Shape;276;p9"/>
            <p:cNvSpPr/>
            <p:nvPr/>
          </p:nvSpPr>
          <p:spPr>
            <a:xfrm>
              <a:off x="2464200" y="4594680"/>
              <a:ext cx="117360" cy="4140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7" name="Google Shape;277;p9"/>
            <p:cNvSpPr/>
            <p:nvPr/>
          </p:nvSpPr>
          <p:spPr>
            <a:xfrm>
              <a:off x="2537280" y="4653720"/>
              <a:ext cx="117360" cy="4140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8" name="Google Shape;278;p9"/>
            <p:cNvSpPr/>
            <p:nvPr/>
          </p:nvSpPr>
          <p:spPr>
            <a:xfrm>
              <a:off x="2963880" y="4653720"/>
              <a:ext cx="117360" cy="4140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79" name="Google Shape;279;p9"/>
            <p:cNvSpPr/>
            <p:nvPr/>
          </p:nvSpPr>
          <p:spPr>
            <a:xfrm>
              <a:off x="2998800" y="4624560"/>
              <a:ext cx="117360" cy="4068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0" name="Google Shape;280;p9"/>
            <p:cNvSpPr/>
            <p:nvPr/>
          </p:nvSpPr>
          <p:spPr>
            <a:xfrm>
              <a:off x="2892960" y="4653720"/>
              <a:ext cx="117360" cy="4140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1" name="Google Shape;281;p9"/>
            <p:cNvSpPr/>
            <p:nvPr/>
          </p:nvSpPr>
          <p:spPr>
            <a:xfrm>
              <a:off x="2750760" y="4653720"/>
              <a:ext cx="117360" cy="4140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2" name="Google Shape;282;p9"/>
            <p:cNvSpPr/>
            <p:nvPr/>
          </p:nvSpPr>
          <p:spPr>
            <a:xfrm>
              <a:off x="2608200" y="4653720"/>
              <a:ext cx="117360" cy="4140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3" name="Google Shape;283;p9"/>
            <p:cNvSpPr/>
            <p:nvPr/>
          </p:nvSpPr>
          <p:spPr>
            <a:xfrm>
              <a:off x="2679480" y="4653720"/>
              <a:ext cx="117360" cy="4140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4" name="Google Shape;284;p9"/>
            <p:cNvSpPr/>
            <p:nvPr/>
          </p:nvSpPr>
          <p:spPr>
            <a:xfrm>
              <a:off x="2748960" y="4594680"/>
              <a:ext cx="117360" cy="4140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5" name="Google Shape;285;p9"/>
            <p:cNvSpPr/>
            <p:nvPr/>
          </p:nvSpPr>
          <p:spPr>
            <a:xfrm>
              <a:off x="2856600" y="4624560"/>
              <a:ext cx="117360" cy="4068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6" name="Google Shape;286;p9"/>
            <p:cNvSpPr/>
            <p:nvPr/>
          </p:nvSpPr>
          <p:spPr>
            <a:xfrm>
              <a:off x="2714040" y="4624560"/>
              <a:ext cx="117360" cy="4068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7" name="Google Shape;287;p9"/>
            <p:cNvSpPr/>
            <p:nvPr/>
          </p:nvSpPr>
          <p:spPr>
            <a:xfrm>
              <a:off x="2571840" y="4624560"/>
              <a:ext cx="117360" cy="4068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8" name="Google Shape;288;p9"/>
            <p:cNvSpPr/>
            <p:nvPr/>
          </p:nvSpPr>
          <p:spPr>
            <a:xfrm>
              <a:off x="2785320" y="4624560"/>
              <a:ext cx="117360" cy="4068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89" name="Google Shape;289;p9"/>
            <p:cNvSpPr/>
            <p:nvPr/>
          </p:nvSpPr>
          <p:spPr>
            <a:xfrm>
              <a:off x="2535480" y="4594680"/>
              <a:ext cx="117360" cy="4140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0" name="Google Shape;290;p9"/>
            <p:cNvSpPr/>
            <p:nvPr/>
          </p:nvSpPr>
          <p:spPr>
            <a:xfrm>
              <a:off x="2358360" y="4624560"/>
              <a:ext cx="117360" cy="4068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1" name="Google Shape;291;p9"/>
            <p:cNvSpPr/>
            <p:nvPr/>
          </p:nvSpPr>
          <p:spPr>
            <a:xfrm>
              <a:off x="2500920" y="4624560"/>
              <a:ext cx="117360" cy="4068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2" name="Google Shape;292;p9"/>
            <p:cNvSpPr/>
            <p:nvPr/>
          </p:nvSpPr>
          <p:spPr>
            <a:xfrm>
              <a:off x="2429640" y="4624560"/>
              <a:ext cx="117360" cy="4068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3" name="Google Shape;293;p9"/>
            <p:cNvSpPr/>
            <p:nvPr/>
          </p:nvSpPr>
          <p:spPr>
            <a:xfrm>
              <a:off x="2643120" y="4624560"/>
              <a:ext cx="117360" cy="4068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4" name="Google Shape;294;p9"/>
            <p:cNvSpPr/>
            <p:nvPr/>
          </p:nvSpPr>
          <p:spPr>
            <a:xfrm>
              <a:off x="2677680" y="4594680"/>
              <a:ext cx="117360" cy="4140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5" name="Google Shape;295;p9"/>
            <p:cNvSpPr/>
            <p:nvPr/>
          </p:nvSpPr>
          <p:spPr>
            <a:xfrm>
              <a:off x="3033000" y="4594680"/>
              <a:ext cx="117360" cy="4140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6" name="Google Shape;296;p9"/>
            <p:cNvSpPr/>
            <p:nvPr/>
          </p:nvSpPr>
          <p:spPr>
            <a:xfrm>
              <a:off x="2606760" y="4594680"/>
              <a:ext cx="117360" cy="4140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7" name="Google Shape;297;p9"/>
            <p:cNvSpPr/>
            <p:nvPr/>
          </p:nvSpPr>
          <p:spPr>
            <a:xfrm>
              <a:off x="2890800" y="4594680"/>
              <a:ext cx="117360" cy="4140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8" name="Google Shape;298;p9"/>
            <p:cNvSpPr/>
            <p:nvPr/>
          </p:nvSpPr>
          <p:spPr>
            <a:xfrm>
              <a:off x="2962440" y="4594680"/>
              <a:ext cx="117360" cy="4140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299" name="Google Shape;299;p9"/>
            <p:cNvSpPr/>
            <p:nvPr/>
          </p:nvSpPr>
          <p:spPr>
            <a:xfrm>
              <a:off x="2927520" y="4624560"/>
              <a:ext cx="117360" cy="4068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0" name="Google Shape;300;p9"/>
            <p:cNvSpPr/>
            <p:nvPr/>
          </p:nvSpPr>
          <p:spPr>
            <a:xfrm>
              <a:off x="2819520" y="4594680"/>
              <a:ext cx="117360" cy="4140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1" name="Google Shape;301;p9"/>
            <p:cNvSpPr/>
            <p:nvPr/>
          </p:nvSpPr>
          <p:spPr>
            <a:xfrm>
              <a:off x="2645280" y="4683240"/>
              <a:ext cx="117360" cy="40680"/>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2" name="Google Shape;302;p9"/>
            <p:cNvSpPr/>
            <p:nvPr/>
          </p:nvSpPr>
          <p:spPr>
            <a:xfrm>
              <a:off x="2715840" y="4683240"/>
              <a:ext cx="117360" cy="40680"/>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3" name="Google Shape;303;p9"/>
            <p:cNvSpPr/>
            <p:nvPr/>
          </p:nvSpPr>
          <p:spPr>
            <a:xfrm>
              <a:off x="2573640" y="4683240"/>
              <a:ext cx="117360" cy="40680"/>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4" name="Google Shape;304;p9"/>
            <p:cNvSpPr/>
            <p:nvPr/>
          </p:nvSpPr>
          <p:spPr>
            <a:xfrm>
              <a:off x="2787120" y="4683240"/>
              <a:ext cx="117360" cy="40680"/>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5" name="Google Shape;305;p9"/>
            <p:cNvSpPr/>
            <p:nvPr/>
          </p:nvSpPr>
          <p:spPr>
            <a:xfrm>
              <a:off x="2502360" y="4683240"/>
              <a:ext cx="117360" cy="40680"/>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6" name="Google Shape;306;p9"/>
            <p:cNvSpPr/>
            <p:nvPr/>
          </p:nvSpPr>
          <p:spPr>
            <a:xfrm>
              <a:off x="2431800" y="4683240"/>
              <a:ext cx="117360" cy="40680"/>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7" name="Google Shape;307;p9"/>
            <p:cNvSpPr/>
            <p:nvPr/>
          </p:nvSpPr>
          <p:spPr>
            <a:xfrm>
              <a:off x="2858040" y="4683240"/>
              <a:ext cx="117360" cy="40680"/>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8" name="Google Shape;308;p9"/>
            <p:cNvSpPr/>
            <p:nvPr/>
          </p:nvSpPr>
          <p:spPr>
            <a:xfrm>
              <a:off x="2288880" y="4683240"/>
              <a:ext cx="118080" cy="40680"/>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09" name="Google Shape;309;p9"/>
            <p:cNvSpPr/>
            <p:nvPr/>
          </p:nvSpPr>
          <p:spPr>
            <a:xfrm>
              <a:off x="2360160" y="4683240"/>
              <a:ext cx="117360" cy="40680"/>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0" name="Google Shape;310;p9"/>
            <p:cNvSpPr/>
            <p:nvPr/>
          </p:nvSpPr>
          <p:spPr>
            <a:xfrm>
              <a:off x="3069360" y="4624560"/>
              <a:ext cx="118080" cy="4068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1" name="Google Shape;311;p9"/>
            <p:cNvSpPr/>
            <p:nvPr/>
          </p:nvSpPr>
          <p:spPr>
            <a:xfrm>
              <a:off x="3138840" y="4565880"/>
              <a:ext cx="117360" cy="4068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2" name="Google Shape;312;p9"/>
            <p:cNvSpPr/>
            <p:nvPr/>
          </p:nvSpPr>
          <p:spPr>
            <a:xfrm>
              <a:off x="3104280" y="4594680"/>
              <a:ext cx="117360" cy="4140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3" name="Google Shape;313;p9"/>
            <p:cNvSpPr/>
            <p:nvPr/>
          </p:nvSpPr>
          <p:spPr>
            <a:xfrm>
              <a:off x="2218320" y="4683240"/>
              <a:ext cx="117360" cy="40680"/>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4" name="Google Shape;314;p9"/>
            <p:cNvSpPr/>
            <p:nvPr/>
          </p:nvSpPr>
          <p:spPr>
            <a:xfrm>
              <a:off x="2929320" y="4683240"/>
              <a:ext cx="117360" cy="40680"/>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5" name="Google Shape;315;p9"/>
            <p:cNvSpPr/>
            <p:nvPr/>
          </p:nvSpPr>
          <p:spPr>
            <a:xfrm>
              <a:off x="3000600" y="4683240"/>
              <a:ext cx="117360" cy="40680"/>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6" name="Google Shape;316;p9"/>
            <p:cNvSpPr/>
            <p:nvPr/>
          </p:nvSpPr>
          <p:spPr>
            <a:xfrm>
              <a:off x="3035160" y="4653720"/>
              <a:ext cx="117360" cy="4140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7" name="Google Shape;317;p9"/>
            <p:cNvSpPr/>
            <p:nvPr/>
          </p:nvSpPr>
          <p:spPr>
            <a:xfrm>
              <a:off x="2216160" y="4624560"/>
              <a:ext cx="117360" cy="4068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8" name="Google Shape;318;p9"/>
            <p:cNvSpPr/>
            <p:nvPr/>
          </p:nvSpPr>
          <p:spPr>
            <a:xfrm>
              <a:off x="2712600" y="4565880"/>
              <a:ext cx="117360" cy="4068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19" name="Google Shape;319;p9"/>
            <p:cNvSpPr/>
            <p:nvPr/>
          </p:nvSpPr>
          <p:spPr>
            <a:xfrm>
              <a:off x="2783160" y="4565880"/>
              <a:ext cx="117360" cy="4068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0" name="Google Shape;320;p9"/>
            <p:cNvSpPr/>
            <p:nvPr/>
          </p:nvSpPr>
          <p:spPr>
            <a:xfrm>
              <a:off x="2640960" y="4565880"/>
              <a:ext cx="117360" cy="4068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1" name="Google Shape;321;p9"/>
            <p:cNvSpPr/>
            <p:nvPr/>
          </p:nvSpPr>
          <p:spPr>
            <a:xfrm>
              <a:off x="2854440" y="4565880"/>
              <a:ext cx="117360" cy="4068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2" name="Google Shape;322;p9"/>
            <p:cNvSpPr/>
            <p:nvPr/>
          </p:nvSpPr>
          <p:spPr>
            <a:xfrm>
              <a:off x="2996640" y="4565880"/>
              <a:ext cx="117360" cy="4068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3" name="Google Shape;323;p9"/>
            <p:cNvSpPr/>
            <p:nvPr/>
          </p:nvSpPr>
          <p:spPr>
            <a:xfrm>
              <a:off x="2925360" y="4565880"/>
              <a:ext cx="117360" cy="4068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4" name="Google Shape;324;p9"/>
            <p:cNvSpPr/>
            <p:nvPr/>
          </p:nvSpPr>
          <p:spPr>
            <a:xfrm>
              <a:off x="2569680" y="4565880"/>
              <a:ext cx="117360" cy="4068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5" name="Google Shape;325;p9"/>
            <p:cNvSpPr/>
            <p:nvPr/>
          </p:nvSpPr>
          <p:spPr>
            <a:xfrm>
              <a:off x="2181960" y="4653720"/>
              <a:ext cx="117360" cy="4140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6" name="Google Shape;326;p9"/>
            <p:cNvSpPr/>
            <p:nvPr/>
          </p:nvSpPr>
          <p:spPr>
            <a:xfrm>
              <a:off x="2250720" y="4594680"/>
              <a:ext cx="118080" cy="4140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a:noFill/>
            </a:ln>
          </p:spPr>
          <p:txBody>
            <a:bodyPr spcFirstLastPara="1" wrap="square" lIns="91425" tIns="20875" rIns="91425" bIns="208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7" name="Google Shape;327;p9"/>
            <p:cNvSpPr/>
            <p:nvPr/>
          </p:nvSpPr>
          <p:spPr>
            <a:xfrm>
              <a:off x="3067920" y="4565880"/>
              <a:ext cx="117360" cy="4068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8" name="Google Shape;328;p9"/>
            <p:cNvSpPr/>
            <p:nvPr/>
          </p:nvSpPr>
          <p:spPr>
            <a:xfrm>
              <a:off x="2146680" y="4683240"/>
              <a:ext cx="117360" cy="40680"/>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29" name="Google Shape;329;p9"/>
            <p:cNvSpPr/>
            <p:nvPr/>
          </p:nvSpPr>
          <p:spPr>
            <a:xfrm>
              <a:off x="2285640" y="4565880"/>
              <a:ext cx="117360" cy="4068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0" name="Google Shape;330;p9"/>
            <p:cNvSpPr/>
            <p:nvPr/>
          </p:nvSpPr>
          <p:spPr>
            <a:xfrm>
              <a:off x="2427480" y="4565880"/>
              <a:ext cx="117360" cy="4068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1" name="Google Shape;331;p9"/>
            <p:cNvSpPr/>
            <p:nvPr/>
          </p:nvSpPr>
          <p:spPr>
            <a:xfrm>
              <a:off x="2356200" y="4565880"/>
              <a:ext cx="118080" cy="4068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2" name="Google Shape;332;p9"/>
            <p:cNvSpPr/>
            <p:nvPr/>
          </p:nvSpPr>
          <p:spPr>
            <a:xfrm>
              <a:off x="2499120" y="4565880"/>
              <a:ext cx="117360" cy="4068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a:noFill/>
            </a:ln>
          </p:spPr>
          <p:txBody>
            <a:bodyPr spcFirstLastPara="1" wrap="square" lIns="91425" tIns="20500" rIns="91425" bIns="205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3" name="Google Shape;333;p9"/>
            <p:cNvSpPr/>
            <p:nvPr/>
          </p:nvSpPr>
          <p:spPr>
            <a:xfrm>
              <a:off x="3011400" y="4455360"/>
              <a:ext cx="434520" cy="50760"/>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25550" rIns="91425" bIns="255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4" name="Google Shape;334;p9"/>
            <p:cNvSpPr/>
            <p:nvPr/>
          </p:nvSpPr>
          <p:spPr>
            <a:xfrm>
              <a:off x="3008160" y="4449960"/>
              <a:ext cx="441360" cy="6192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30950" rIns="91425" bIns="309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5" name="Google Shape;335;p9"/>
            <p:cNvSpPr/>
            <p:nvPr/>
          </p:nvSpPr>
          <p:spPr>
            <a:xfrm>
              <a:off x="3213720" y="4212000"/>
              <a:ext cx="67680" cy="27288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36" name="Google Shape;336;p9"/>
            <p:cNvSpPr/>
            <p:nvPr/>
          </p:nvSpPr>
          <p:spPr>
            <a:xfrm>
              <a:off x="3208320" y="4205520"/>
              <a:ext cx="79200" cy="28476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7" name="Google Shape;337;p9"/>
            <p:cNvSpPr/>
            <p:nvPr/>
          </p:nvSpPr>
          <p:spPr>
            <a:xfrm>
              <a:off x="3202920" y="4212000"/>
              <a:ext cx="89280" cy="19764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8" name="Google Shape;338;p9"/>
            <p:cNvSpPr/>
            <p:nvPr/>
          </p:nvSpPr>
          <p:spPr>
            <a:xfrm>
              <a:off x="3197520" y="4205520"/>
              <a:ext cx="100800" cy="20988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39" name="Google Shape;339;p9"/>
            <p:cNvSpPr/>
            <p:nvPr/>
          </p:nvSpPr>
          <p:spPr>
            <a:xfrm>
              <a:off x="2698920" y="3303000"/>
              <a:ext cx="1129680" cy="9288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40" name="Google Shape;340;p9"/>
            <p:cNvSpPr/>
            <p:nvPr/>
          </p:nvSpPr>
          <p:spPr>
            <a:xfrm>
              <a:off x="2693160" y="3297240"/>
              <a:ext cx="1141200" cy="93996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41" name="Google Shape;341;p9"/>
            <p:cNvSpPr/>
            <p:nvPr/>
          </p:nvSpPr>
          <p:spPr>
            <a:xfrm>
              <a:off x="2759040" y="3352320"/>
              <a:ext cx="1009080" cy="82944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42" name="Google Shape;342;p9"/>
            <p:cNvSpPr/>
            <p:nvPr/>
          </p:nvSpPr>
          <p:spPr>
            <a:xfrm>
              <a:off x="2753640" y="3346920"/>
              <a:ext cx="1019880" cy="84096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43" name="Google Shape;343;p9"/>
            <p:cNvSpPr/>
            <p:nvPr/>
          </p:nvSpPr>
          <p:spPr>
            <a:xfrm>
              <a:off x="2823120" y="3394800"/>
              <a:ext cx="353160" cy="233280"/>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44" name="Google Shape;344;p9"/>
            <p:cNvSpPr/>
            <p:nvPr/>
          </p:nvSpPr>
          <p:spPr>
            <a:xfrm>
              <a:off x="2823120" y="3645360"/>
              <a:ext cx="353160" cy="232560"/>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45" name="Google Shape;345;p9"/>
            <p:cNvSpPr/>
            <p:nvPr/>
          </p:nvSpPr>
          <p:spPr>
            <a:xfrm>
              <a:off x="2823120" y="3900600"/>
              <a:ext cx="353160" cy="233280"/>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46" name="Google Shape;346;p9"/>
            <p:cNvSpPr/>
            <p:nvPr/>
          </p:nvSpPr>
          <p:spPr>
            <a:xfrm>
              <a:off x="3222360" y="3394800"/>
              <a:ext cx="353160" cy="233280"/>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47" name="Google Shape;347;p9"/>
            <p:cNvSpPr/>
            <p:nvPr/>
          </p:nvSpPr>
          <p:spPr>
            <a:xfrm>
              <a:off x="3222360" y="3651120"/>
              <a:ext cx="353160" cy="233280"/>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48" name="Google Shape;348;p9"/>
            <p:cNvSpPr/>
            <p:nvPr/>
          </p:nvSpPr>
          <p:spPr>
            <a:xfrm>
              <a:off x="2448360" y="3101400"/>
              <a:ext cx="434520" cy="50760"/>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25550" rIns="91425" bIns="255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49" name="Google Shape;349;p9"/>
            <p:cNvSpPr/>
            <p:nvPr/>
          </p:nvSpPr>
          <p:spPr>
            <a:xfrm>
              <a:off x="2445120" y="3095640"/>
              <a:ext cx="442080" cy="61920"/>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30950" rIns="91425" bIns="309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0" name="Google Shape;350;p9"/>
            <p:cNvSpPr/>
            <p:nvPr/>
          </p:nvSpPr>
          <p:spPr>
            <a:xfrm>
              <a:off x="2650680" y="2857680"/>
              <a:ext cx="68400" cy="27288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rgbClr val="49494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51" name="Google Shape;351;p9"/>
            <p:cNvSpPr/>
            <p:nvPr/>
          </p:nvSpPr>
          <p:spPr>
            <a:xfrm>
              <a:off x="2645280" y="2851560"/>
              <a:ext cx="79200" cy="28476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2" name="Google Shape;352;p9"/>
            <p:cNvSpPr/>
            <p:nvPr/>
          </p:nvSpPr>
          <p:spPr>
            <a:xfrm>
              <a:off x="2639880" y="2857680"/>
              <a:ext cx="90000" cy="19764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3" name="Google Shape;353;p9"/>
            <p:cNvSpPr/>
            <p:nvPr/>
          </p:nvSpPr>
          <p:spPr>
            <a:xfrm>
              <a:off x="2634480" y="2851560"/>
              <a:ext cx="100800" cy="210600"/>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4" name="Google Shape;354;p9"/>
            <p:cNvSpPr/>
            <p:nvPr/>
          </p:nvSpPr>
          <p:spPr>
            <a:xfrm>
              <a:off x="2135880" y="1948680"/>
              <a:ext cx="1129680" cy="928800"/>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55" name="Google Shape;355;p9"/>
            <p:cNvSpPr/>
            <p:nvPr/>
          </p:nvSpPr>
          <p:spPr>
            <a:xfrm>
              <a:off x="2130840" y="1942920"/>
              <a:ext cx="1140480" cy="939960"/>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6" name="Google Shape;356;p9"/>
            <p:cNvSpPr/>
            <p:nvPr/>
          </p:nvSpPr>
          <p:spPr>
            <a:xfrm>
              <a:off x="2196720" y="1998360"/>
              <a:ext cx="1008360" cy="829440"/>
            </a:xfrm>
            <a:custGeom>
              <a:avLst/>
              <a:gdLst/>
              <a:ahLst/>
              <a:cxnLst/>
              <a:rect l="l" t="t" r="r" b="b"/>
              <a:pathLst>
                <a:path w="60965" h="47739" extrusionOk="0">
                  <a:moveTo>
                    <a:pt x="1" y="1"/>
                  </a:moveTo>
                  <a:lnTo>
                    <a:pt x="1" y="47738"/>
                  </a:lnTo>
                  <a:lnTo>
                    <a:pt x="60965" y="47738"/>
                  </a:lnTo>
                  <a:lnTo>
                    <a:pt x="60965" y="1"/>
                  </a:ln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7" name="Google Shape;357;p9"/>
            <p:cNvSpPr/>
            <p:nvPr/>
          </p:nvSpPr>
          <p:spPr>
            <a:xfrm>
              <a:off x="2190600" y="1992600"/>
              <a:ext cx="1020600" cy="84096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58" name="Google Shape;358;p9"/>
            <p:cNvSpPr/>
            <p:nvPr/>
          </p:nvSpPr>
          <p:spPr>
            <a:xfrm>
              <a:off x="2270160" y="2085120"/>
              <a:ext cx="421920" cy="20340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59" name="Google Shape;359;p9"/>
            <p:cNvSpPr/>
            <p:nvPr/>
          </p:nvSpPr>
          <p:spPr>
            <a:xfrm>
              <a:off x="2328840" y="2410560"/>
              <a:ext cx="693360" cy="8028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40300" rIns="91425" bIns="403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0" name="Google Shape;360;p9"/>
            <p:cNvSpPr/>
            <p:nvPr/>
          </p:nvSpPr>
          <p:spPr>
            <a:xfrm>
              <a:off x="2328840" y="2480760"/>
              <a:ext cx="693360" cy="8028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40300" rIns="91425" bIns="403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1" name="Google Shape;361;p9"/>
            <p:cNvSpPr/>
            <p:nvPr/>
          </p:nvSpPr>
          <p:spPr>
            <a:xfrm>
              <a:off x="2328840" y="2638440"/>
              <a:ext cx="693360" cy="7956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39950" rIns="91425" bIns="3995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2" name="Google Shape;362;p9"/>
            <p:cNvSpPr/>
            <p:nvPr/>
          </p:nvSpPr>
          <p:spPr>
            <a:xfrm>
              <a:off x="2328840" y="2567880"/>
              <a:ext cx="693360" cy="80280"/>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40300" rIns="91425" bIns="4030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3" name="Google Shape;363;p9"/>
            <p:cNvSpPr/>
            <p:nvPr/>
          </p:nvSpPr>
          <p:spPr>
            <a:xfrm>
              <a:off x="3033720" y="2369520"/>
              <a:ext cx="63720" cy="6768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33825" rIns="91425" bIns="338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4" name="Google Shape;364;p9"/>
            <p:cNvSpPr/>
            <p:nvPr/>
          </p:nvSpPr>
          <p:spPr>
            <a:xfrm>
              <a:off x="3033720" y="2453040"/>
              <a:ext cx="63720" cy="6696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33475" rIns="91425" bIns="334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5" name="Google Shape;365;p9"/>
            <p:cNvSpPr/>
            <p:nvPr/>
          </p:nvSpPr>
          <p:spPr>
            <a:xfrm>
              <a:off x="3033720" y="2595960"/>
              <a:ext cx="63720" cy="66960"/>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33475" rIns="91425" bIns="334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6" name="Google Shape;366;p9"/>
            <p:cNvSpPr/>
            <p:nvPr/>
          </p:nvSpPr>
          <p:spPr>
            <a:xfrm>
              <a:off x="3033720" y="2678760"/>
              <a:ext cx="63720" cy="6768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33825" rIns="91425" bIns="338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7" name="Google Shape;367;p9"/>
            <p:cNvSpPr/>
            <p:nvPr/>
          </p:nvSpPr>
          <p:spPr>
            <a:xfrm>
              <a:off x="2251800" y="2369520"/>
              <a:ext cx="63720" cy="6768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33825" rIns="91425" bIns="338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8" name="Google Shape;368;p9"/>
            <p:cNvSpPr/>
            <p:nvPr/>
          </p:nvSpPr>
          <p:spPr>
            <a:xfrm>
              <a:off x="2251800" y="2453040"/>
              <a:ext cx="63720" cy="6696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33475" rIns="91425" bIns="334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69" name="Google Shape;369;p9"/>
            <p:cNvSpPr/>
            <p:nvPr/>
          </p:nvSpPr>
          <p:spPr>
            <a:xfrm>
              <a:off x="2251800" y="2595960"/>
              <a:ext cx="63720" cy="66960"/>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33475" rIns="91425" bIns="3347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70" name="Google Shape;370;p9"/>
            <p:cNvSpPr/>
            <p:nvPr/>
          </p:nvSpPr>
          <p:spPr>
            <a:xfrm>
              <a:off x="2251800" y="2678760"/>
              <a:ext cx="63720" cy="6768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33825" rIns="91425" bIns="338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71" name="Google Shape;371;p9"/>
            <p:cNvSpPr/>
            <p:nvPr/>
          </p:nvSpPr>
          <p:spPr>
            <a:xfrm>
              <a:off x="2745360" y="2073240"/>
              <a:ext cx="353160" cy="233280"/>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72" name="Google Shape;372;p9"/>
            <p:cNvSpPr/>
            <p:nvPr/>
          </p:nvSpPr>
          <p:spPr>
            <a:xfrm>
              <a:off x="1688400" y="4455360"/>
              <a:ext cx="434520" cy="50760"/>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a:noFill/>
            </a:ln>
          </p:spPr>
          <p:txBody>
            <a:bodyPr spcFirstLastPara="1" wrap="square" lIns="91425" tIns="25550" rIns="91425" bIns="255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73" name="Google Shape;373;p9"/>
            <p:cNvSpPr/>
            <p:nvPr/>
          </p:nvSpPr>
          <p:spPr>
            <a:xfrm>
              <a:off x="1684800" y="4449960"/>
              <a:ext cx="441360" cy="6192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a:noFill/>
            </a:ln>
          </p:spPr>
          <p:txBody>
            <a:bodyPr spcFirstLastPara="1" wrap="square" lIns="91425" tIns="30950" rIns="91425" bIns="309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74" name="Google Shape;374;p9"/>
            <p:cNvSpPr/>
            <p:nvPr/>
          </p:nvSpPr>
          <p:spPr>
            <a:xfrm>
              <a:off x="1890360" y="4212000"/>
              <a:ext cx="67680" cy="27288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75" name="Google Shape;375;p9"/>
            <p:cNvSpPr/>
            <p:nvPr/>
          </p:nvSpPr>
          <p:spPr>
            <a:xfrm>
              <a:off x="1884960" y="4205520"/>
              <a:ext cx="79200" cy="28476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76" name="Google Shape;376;p9"/>
            <p:cNvSpPr/>
            <p:nvPr/>
          </p:nvSpPr>
          <p:spPr>
            <a:xfrm>
              <a:off x="1879560" y="4212000"/>
              <a:ext cx="89280" cy="197640"/>
            </a:xfrm>
            <a:custGeom>
              <a:avLst/>
              <a:gdLst/>
              <a:ahLst/>
              <a:cxnLst/>
              <a:rect l="l" t="t" r="r" b="b"/>
              <a:pathLst>
                <a:path w="5414" h="11396" extrusionOk="0">
                  <a:moveTo>
                    <a:pt x="0" y="0"/>
                  </a:moveTo>
                  <a:lnTo>
                    <a:pt x="0" y="11395"/>
                  </a:lnTo>
                  <a:lnTo>
                    <a:pt x="5413" y="11395"/>
                  </a:lnTo>
                  <a:lnTo>
                    <a:pt x="5413" y="0"/>
                  </a:ln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77" name="Google Shape;377;p9"/>
            <p:cNvSpPr/>
            <p:nvPr/>
          </p:nvSpPr>
          <p:spPr>
            <a:xfrm>
              <a:off x="1874160" y="4205520"/>
              <a:ext cx="100800" cy="20988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78" name="Google Shape;378;p9"/>
            <p:cNvSpPr/>
            <p:nvPr/>
          </p:nvSpPr>
          <p:spPr>
            <a:xfrm>
              <a:off x="1375920" y="3303000"/>
              <a:ext cx="1129680" cy="9288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79" name="Google Shape;379;p9"/>
            <p:cNvSpPr/>
            <p:nvPr/>
          </p:nvSpPr>
          <p:spPr>
            <a:xfrm>
              <a:off x="1369800" y="3297240"/>
              <a:ext cx="1141200" cy="93996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80" name="Google Shape;380;p9"/>
            <p:cNvSpPr/>
            <p:nvPr/>
          </p:nvSpPr>
          <p:spPr>
            <a:xfrm>
              <a:off x="1435680" y="3352320"/>
              <a:ext cx="1009080" cy="82944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81" name="Google Shape;381;p9"/>
            <p:cNvSpPr/>
            <p:nvPr/>
          </p:nvSpPr>
          <p:spPr>
            <a:xfrm>
              <a:off x="1430280" y="3346920"/>
              <a:ext cx="1019880" cy="84096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82" name="Google Shape;382;p9"/>
            <p:cNvSpPr/>
            <p:nvPr/>
          </p:nvSpPr>
          <p:spPr>
            <a:xfrm>
              <a:off x="1627560" y="3394800"/>
              <a:ext cx="353160" cy="233280"/>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83" name="Google Shape;383;p9"/>
            <p:cNvSpPr/>
            <p:nvPr/>
          </p:nvSpPr>
          <p:spPr>
            <a:xfrm>
              <a:off x="1627560" y="3645360"/>
              <a:ext cx="353160" cy="232560"/>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84" name="Google Shape;384;p9"/>
            <p:cNvSpPr/>
            <p:nvPr/>
          </p:nvSpPr>
          <p:spPr>
            <a:xfrm>
              <a:off x="1627560" y="3900600"/>
              <a:ext cx="353160" cy="233280"/>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85" name="Google Shape;385;p9"/>
            <p:cNvSpPr/>
            <p:nvPr/>
          </p:nvSpPr>
          <p:spPr>
            <a:xfrm>
              <a:off x="1622160" y="3895200"/>
              <a:ext cx="364680" cy="244440"/>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86" name="Google Shape;386;p9"/>
            <p:cNvSpPr/>
            <p:nvPr/>
          </p:nvSpPr>
          <p:spPr>
            <a:xfrm>
              <a:off x="2026800" y="3394800"/>
              <a:ext cx="353160" cy="233280"/>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87" name="Google Shape;387;p9"/>
            <p:cNvSpPr/>
            <p:nvPr/>
          </p:nvSpPr>
          <p:spPr>
            <a:xfrm>
              <a:off x="2026800" y="3651120"/>
              <a:ext cx="353160" cy="233280"/>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88" name="Google Shape;388;p9"/>
            <p:cNvSpPr/>
            <p:nvPr/>
          </p:nvSpPr>
          <p:spPr>
            <a:xfrm>
              <a:off x="1940040" y="2957760"/>
              <a:ext cx="89280" cy="173160"/>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86750" rIns="91425" bIns="86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89" name="Google Shape;389;p9"/>
            <p:cNvSpPr/>
            <p:nvPr/>
          </p:nvSpPr>
          <p:spPr>
            <a:xfrm>
              <a:off x="1422360" y="2669400"/>
              <a:ext cx="573480" cy="777600"/>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390" name="Google Shape;390;p9"/>
            <p:cNvSpPr/>
            <p:nvPr/>
          </p:nvSpPr>
          <p:spPr>
            <a:xfrm>
              <a:off x="1449000" y="2692440"/>
              <a:ext cx="419040" cy="693720"/>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1" name="Google Shape;391;p9"/>
            <p:cNvSpPr/>
            <p:nvPr/>
          </p:nvSpPr>
          <p:spPr>
            <a:xfrm>
              <a:off x="1785240" y="2770200"/>
              <a:ext cx="200880" cy="12276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61550" rIns="91425" bIns="615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2" name="Google Shape;392;p9"/>
            <p:cNvSpPr/>
            <p:nvPr/>
          </p:nvSpPr>
          <p:spPr>
            <a:xfrm>
              <a:off x="1416960" y="2663280"/>
              <a:ext cx="580680" cy="78984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3" name="Google Shape;393;p9"/>
            <p:cNvSpPr/>
            <p:nvPr/>
          </p:nvSpPr>
          <p:spPr>
            <a:xfrm>
              <a:off x="1439640" y="2552400"/>
              <a:ext cx="687960" cy="627840"/>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4" name="Google Shape;394;p9"/>
            <p:cNvSpPr/>
            <p:nvPr/>
          </p:nvSpPr>
          <p:spPr>
            <a:xfrm>
              <a:off x="1451880" y="2546640"/>
              <a:ext cx="659520" cy="63936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5" name="Google Shape;395;p9"/>
            <p:cNvSpPr/>
            <p:nvPr/>
          </p:nvSpPr>
          <p:spPr>
            <a:xfrm>
              <a:off x="1551600" y="3013920"/>
              <a:ext cx="38880" cy="360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18000" rIns="91425" bIns="180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6" name="Google Shape;396;p9"/>
            <p:cNvSpPr/>
            <p:nvPr/>
          </p:nvSpPr>
          <p:spPr>
            <a:xfrm>
              <a:off x="1608120" y="2719080"/>
              <a:ext cx="481320" cy="241920"/>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7" name="Google Shape;397;p9"/>
            <p:cNvSpPr/>
            <p:nvPr/>
          </p:nvSpPr>
          <p:spPr>
            <a:xfrm>
              <a:off x="1598760" y="2832840"/>
              <a:ext cx="236880" cy="27792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8" name="Google Shape;398;p9"/>
            <p:cNvSpPr/>
            <p:nvPr/>
          </p:nvSpPr>
          <p:spPr>
            <a:xfrm>
              <a:off x="1703160" y="2985120"/>
              <a:ext cx="322200" cy="45720"/>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23025" rIns="91425" bIns="230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399" name="Google Shape;399;p9"/>
            <p:cNvSpPr/>
            <p:nvPr/>
          </p:nvSpPr>
          <p:spPr>
            <a:xfrm>
              <a:off x="1650600" y="2927520"/>
              <a:ext cx="106200" cy="218160"/>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00" name="Google Shape;400;p9"/>
            <p:cNvSpPr/>
            <p:nvPr/>
          </p:nvSpPr>
          <p:spPr>
            <a:xfrm>
              <a:off x="1649880" y="2921400"/>
              <a:ext cx="108000" cy="2304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1" name="Google Shape;401;p9"/>
            <p:cNvSpPr/>
            <p:nvPr/>
          </p:nvSpPr>
          <p:spPr>
            <a:xfrm>
              <a:off x="889560" y="4812840"/>
              <a:ext cx="1654920" cy="32364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2" name="Google Shape;402;p9"/>
            <p:cNvSpPr/>
            <p:nvPr/>
          </p:nvSpPr>
          <p:spPr>
            <a:xfrm>
              <a:off x="884160" y="4807080"/>
              <a:ext cx="1666440" cy="33588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3" name="Google Shape;403;p9"/>
            <p:cNvSpPr/>
            <p:nvPr/>
          </p:nvSpPr>
          <p:spPr>
            <a:xfrm>
              <a:off x="897480" y="3344760"/>
              <a:ext cx="930240" cy="162792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04" name="Google Shape;404;p9"/>
            <p:cNvSpPr/>
            <p:nvPr/>
          </p:nvSpPr>
          <p:spPr>
            <a:xfrm>
              <a:off x="919800" y="3372120"/>
              <a:ext cx="836640" cy="1594440"/>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5" name="Google Shape;405;p9"/>
            <p:cNvSpPr/>
            <p:nvPr/>
          </p:nvSpPr>
          <p:spPr>
            <a:xfrm>
              <a:off x="1204200" y="3812400"/>
              <a:ext cx="124920" cy="343440"/>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6" name="Google Shape;406;p9"/>
            <p:cNvSpPr/>
            <p:nvPr/>
          </p:nvSpPr>
          <p:spPr>
            <a:xfrm>
              <a:off x="1482840" y="4151520"/>
              <a:ext cx="131760" cy="1404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70200" rIns="91425" bIns="70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7" name="Google Shape;407;p9"/>
            <p:cNvSpPr/>
            <p:nvPr/>
          </p:nvSpPr>
          <p:spPr>
            <a:xfrm>
              <a:off x="1402560" y="4298040"/>
              <a:ext cx="221760" cy="34920"/>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17625" rIns="91425" bIns="176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8" name="Google Shape;408;p9"/>
            <p:cNvSpPr/>
            <p:nvPr/>
          </p:nvSpPr>
          <p:spPr>
            <a:xfrm>
              <a:off x="1369800" y="4730760"/>
              <a:ext cx="318240" cy="245520"/>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09" name="Google Shape;409;p9"/>
            <p:cNvSpPr/>
            <p:nvPr/>
          </p:nvSpPr>
          <p:spPr>
            <a:xfrm>
              <a:off x="908280" y="3338640"/>
              <a:ext cx="916920" cy="164016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0" name="Google Shape;410;p9"/>
            <p:cNvSpPr/>
            <p:nvPr/>
          </p:nvSpPr>
          <p:spPr>
            <a:xfrm>
              <a:off x="1320480" y="3265560"/>
              <a:ext cx="479160" cy="32724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11" name="Google Shape;411;p9"/>
            <p:cNvSpPr/>
            <p:nvPr/>
          </p:nvSpPr>
          <p:spPr>
            <a:xfrm>
              <a:off x="1320480" y="3265560"/>
              <a:ext cx="351720" cy="218880"/>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2" name="Google Shape;412;p9"/>
            <p:cNvSpPr/>
            <p:nvPr/>
          </p:nvSpPr>
          <p:spPr>
            <a:xfrm>
              <a:off x="1314360" y="3259800"/>
              <a:ext cx="491400" cy="33912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3" name="Google Shape;413;p9"/>
            <p:cNvSpPr/>
            <p:nvPr/>
          </p:nvSpPr>
          <p:spPr>
            <a:xfrm>
              <a:off x="2395440" y="4354560"/>
              <a:ext cx="444960" cy="326880"/>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14" name="Google Shape;414;p9"/>
            <p:cNvSpPr/>
            <p:nvPr/>
          </p:nvSpPr>
          <p:spPr>
            <a:xfrm>
              <a:off x="2390040" y="4349160"/>
              <a:ext cx="446040" cy="33768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5" name="Google Shape;415;p9"/>
            <p:cNvSpPr/>
            <p:nvPr/>
          </p:nvSpPr>
          <p:spPr>
            <a:xfrm>
              <a:off x="2625480" y="4393080"/>
              <a:ext cx="140400" cy="70560"/>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a:noFill/>
            </a:ln>
          </p:spPr>
          <p:txBody>
            <a:bodyPr spcFirstLastPara="1" wrap="square" lIns="91425" tIns="35275" rIns="91425" bIns="352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6" name="Google Shape;416;p9"/>
            <p:cNvSpPr/>
            <p:nvPr/>
          </p:nvSpPr>
          <p:spPr>
            <a:xfrm>
              <a:off x="2558160" y="4397400"/>
              <a:ext cx="51480" cy="3852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a:noFill/>
            </a:ln>
          </p:spPr>
          <p:txBody>
            <a:bodyPr spcFirstLastPara="1" wrap="square" lIns="91425" tIns="19425" rIns="91425" bIns="19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7" name="Google Shape;417;p9"/>
            <p:cNvSpPr/>
            <p:nvPr/>
          </p:nvSpPr>
          <p:spPr>
            <a:xfrm>
              <a:off x="1913040" y="4345920"/>
              <a:ext cx="390600" cy="24840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18" name="Google Shape;418;p9"/>
            <p:cNvSpPr/>
            <p:nvPr/>
          </p:nvSpPr>
          <p:spPr>
            <a:xfrm>
              <a:off x="1915920" y="4340160"/>
              <a:ext cx="383400" cy="259920"/>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19" name="Google Shape;419;p9"/>
            <p:cNvSpPr/>
            <p:nvPr/>
          </p:nvSpPr>
          <p:spPr>
            <a:xfrm>
              <a:off x="2120040" y="4376880"/>
              <a:ext cx="73080" cy="47880"/>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a:noFill/>
            </a:ln>
          </p:spPr>
          <p:txBody>
            <a:bodyPr spcFirstLastPara="1" wrap="square" lIns="91425" tIns="24100" rIns="91425" bIns="241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0" name="Google Shape;420;p9"/>
            <p:cNvSpPr/>
            <p:nvPr/>
          </p:nvSpPr>
          <p:spPr>
            <a:xfrm>
              <a:off x="2065320" y="4358520"/>
              <a:ext cx="56160" cy="432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a:noFill/>
            </a:ln>
          </p:spPr>
          <p:txBody>
            <a:bodyPr spcFirstLastPara="1" wrap="square" lIns="91425" tIns="21600" rIns="91425" bIns="216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1" name="Google Shape;421;p9"/>
            <p:cNvSpPr/>
            <p:nvPr/>
          </p:nvSpPr>
          <p:spPr>
            <a:xfrm>
              <a:off x="1517760" y="3611520"/>
              <a:ext cx="1005120" cy="142812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22" name="Google Shape;422;p9"/>
            <p:cNvSpPr/>
            <p:nvPr/>
          </p:nvSpPr>
          <p:spPr>
            <a:xfrm>
              <a:off x="1530000" y="3647520"/>
              <a:ext cx="986400" cy="1392120"/>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3" name="Google Shape;423;p9"/>
            <p:cNvSpPr/>
            <p:nvPr/>
          </p:nvSpPr>
          <p:spPr>
            <a:xfrm>
              <a:off x="1524600" y="3605400"/>
              <a:ext cx="994320" cy="1440360"/>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4" name="Google Shape;424;p9"/>
            <p:cNvSpPr/>
            <p:nvPr/>
          </p:nvSpPr>
          <p:spPr>
            <a:xfrm>
              <a:off x="2356920" y="4566240"/>
              <a:ext cx="115560" cy="162000"/>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81000" rIns="91425" bIns="810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5" name="Google Shape;425;p9"/>
            <p:cNvSpPr/>
            <p:nvPr/>
          </p:nvSpPr>
          <p:spPr>
            <a:xfrm>
              <a:off x="485640" y="3294000"/>
              <a:ext cx="868320" cy="1842120"/>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26" name="Google Shape;426;p9"/>
            <p:cNvSpPr/>
            <p:nvPr/>
          </p:nvSpPr>
          <p:spPr>
            <a:xfrm>
              <a:off x="479520" y="3288600"/>
              <a:ext cx="880560" cy="18540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7" name="Google Shape;427;p9"/>
            <p:cNvSpPr/>
            <p:nvPr/>
          </p:nvSpPr>
          <p:spPr>
            <a:xfrm>
              <a:off x="154080" y="3270600"/>
              <a:ext cx="1149840" cy="1865880"/>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8" name="Google Shape;428;p9"/>
            <p:cNvSpPr/>
            <p:nvPr/>
          </p:nvSpPr>
          <p:spPr>
            <a:xfrm>
              <a:off x="150840" y="3264840"/>
              <a:ext cx="1158480" cy="187812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29" name="Google Shape;429;p9"/>
            <p:cNvSpPr/>
            <p:nvPr/>
          </p:nvSpPr>
          <p:spPr>
            <a:xfrm>
              <a:off x="519120" y="5136840"/>
              <a:ext cx="4047120" cy="360"/>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350" rIns="91425" bIns="350"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30" name="Google Shape;430;p9"/>
            <p:cNvSpPr/>
            <p:nvPr/>
          </p:nvSpPr>
          <p:spPr>
            <a:xfrm>
              <a:off x="513000" y="5131080"/>
              <a:ext cx="4058280" cy="11520"/>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5750" rIns="91425" bIns="5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431" name="Google Shape;431;p9"/>
          <p:cNvSpPr/>
          <p:nvPr/>
        </p:nvSpPr>
        <p:spPr>
          <a:xfrm>
            <a:off x="4572000" y="1847880"/>
            <a:ext cx="4086000" cy="561600"/>
          </a:xfrm>
          <a:prstGeom prst="rect">
            <a:avLst/>
          </a:prstGeom>
          <a:noFill/>
          <a:ln>
            <a:noFill/>
          </a:ln>
        </p:spPr>
        <p:txBody>
          <a:bodyPr spcFirstLastPara="1" wrap="square" lIns="91425" tIns="45700" rIns="91425" bIns="45700" anchor="b" anchorCtr="0">
            <a:noAutofit/>
          </a:bodyPr>
          <a:lstStyle/>
          <a:p>
            <a:pPr marL="0" marR="0" lvl="0" indent="0" algn="r" rtl="0">
              <a:lnSpc>
                <a:spcPct val="80001"/>
              </a:lnSpc>
              <a:spcBef>
                <a:spcPts val="0"/>
              </a:spcBef>
              <a:spcAft>
                <a:spcPts val="0"/>
              </a:spcAft>
              <a:buNone/>
            </a:pPr>
            <a:r>
              <a:rPr lang="pt-PT" sz="3740" b="0" i="0" u="none" strike="noStrike" cap="none">
                <a:solidFill>
                  <a:srgbClr val="494949"/>
                </a:solidFill>
                <a:latin typeface="Fjalla One"/>
                <a:ea typeface="Fjalla One"/>
                <a:cs typeface="Fjalla One"/>
                <a:sym typeface="Fjalla One"/>
              </a:rPr>
              <a:t>Cloud Computing</a:t>
            </a:r>
            <a:endParaRPr sz="3740" b="0" i="0" u="none" strike="noStrike" cap="none">
              <a:solidFill>
                <a:srgbClr val="000000"/>
              </a:solidFill>
              <a:latin typeface="Noto Sans Symbols"/>
              <a:ea typeface="Noto Sans Symbols"/>
              <a:cs typeface="Noto Sans Symbols"/>
              <a:sym typeface="Noto Sans Symbols"/>
            </a:endParaRPr>
          </a:p>
        </p:txBody>
      </p:sp>
      <p:sp>
        <p:nvSpPr>
          <p:cNvPr id="432" name="Google Shape;432;p9"/>
          <p:cNvSpPr/>
          <p:nvPr/>
        </p:nvSpPr>
        <p:spPr>
          <a:xfrm>
            <a:off x="4572000" y="3571920"/>
            <a:ext cx="4086000" cy="837720"/>
          </a:xfrm>
          <a:prstGeom prst="rect">
            <a:avLst/>
          </a:prstGeom>
          <a:noFill/>
          <a:ln>
            <a:noFill/>
          </a:ln>
        </p:spPr>
        <p:txBody>
          <a:bodyPr spcFirstLastPara="1" wrap="square" lIns="91425" tIns="45700" rIns="91425" bIns="45700" anchor="t" anchorCtr="0">
            <a:noAutofit/>
          </a:bodyPr>
          <a:lstStyle/>
          <a:p>
            <a:pPr marL="0" marR="0" lvl="0" indent="0" algn="ctr" rtl="0">
              <a:lnSpc>
                <a:spcPct val="140001"/>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grpSp>
        <p:nvGrpSpPr>
          <p:cNvPr id="437" name="Google Shape;437;p10"/>
          <p:cNvGrpSpPr/>
          <p:nvPr/>
        </p:nvGrpSpPr>
        <p:grpSpPr>
          <a:xfrm>
            <a:off x="3732668" y="86165"/>
            <a:ext cx="1678680" cy="1678680"/>
            <a:chOff x="3732480" y="527040"/>
            <a:chExt cx="1678680" cy="1678680"/>
          </a:xfrm>
        </p:grpSpPr>
        <p:sp>
          <p:nvSpPr>
            <p:cNvPr id="438" name="Google Shape;438;p10"/>
            <p:cNvSpPr/>
            <p:nvPr/>
          </p:nvSpPr>
          <p:spPr>
            <a:xfrm>
              <a:off x="3732480" y="527040"/>
              <a:ext cx="1678680" cy="1678680"/>
            </a:xfrm>
            <a:prstGeom prst="ellipse">
              <a:avLst/>
            </a:prstGeom>
            <a:solidFill>
              <a:srgbClr val="77C6FC"/>
            </a:solidFill>
            <a:ln w="9525" cap="flat" cmpd="sng">
              <a:solidFill>
                <a:srgbClr val="49494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
          <p:nvSpPr>
            <p:cNvPr id="439" name="Google Shape;439;p10"/>
            <p:cNvSpPr/>
            <p:nvPr/>
          </p:nvSpPr>
          <p:spPr>
            <a:xfrm>
              <a:off x="3956400" y="750960"/>
              <a:ext cx="1230480" cy="1230480"/>
            </a:xfrm>
            <a:prstGeom prst="ellipse">
              <a:avLst/>
            </a:prstGeom>
            <a:solidFill>
              <a:srgbClr val="FFFFFF"/>
            </a:solidFill>
            <a:ln w="9525" cap="flat" cmpd="sng">
              <a:solidFill>
                <a:srgbClr val="49494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grpSp>
      <p:grpSp>
        <p:nvGrpSpPr>
          <p:cNvPr id="440" name="Google Shape;440;p10"/>
          <p:cNvGrpSpPr/>
          <p:nvPr/>
        </p:nvGrpSpPr>
        <p:grpSpPr>
          <a:xfrm>
            <a:off x="4276453" y="630313"/>
            <a:ext cx="591120" cy="590400"/>
            <a:chOff x="4276440" y="1071000"/>
            <a:chExt cx="591120" cy="590400"/>
          </a:xfrm>
        </p:grpSpPr>
        <p:sp>
          <p:nvSpPr>
            <p:cNvPr id="441" name="Google Shape;441;p10"/>
            <p:cNvSpPr/>
            <p:nvPr/>
          </p:nvSpPr>
          <p:spPr>
            <a:xfrm>
              <a:off x="4276440" y="1073520"/>
              <a:ext cx="591120" cy="587880"/>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2" name="Google Shape;442;p10"/>
            <p:cNvSpPr/>
            <p:nvPr/>
          </p:nvSpPr>
          <p:spPr>
            <a:xfrm>
              <a:off x="4616640" y="1189440"/>
              <a:ext cx="156600" cy="1566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78475" rIns="91425" bIns="784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3" name="Google Shape;443;p10"/>
            <p:cNvSpPr/>
            <p:nvPr/>
          </p:nvSpPr>
          <p:spPr>
            <a:xfrm>
              <a:off x="4563360" y="1504800"/>
              <a:ext cx="19080" cy="2916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14750" rIns="91425" bIns="1475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4" name="Google Shape;444;p10"/>
            <p:cNvSpPr/>
            <p:nvPr/>
          </p:nvSpPr>
          <p:spPr>
            <a:xfrm>
              <a:off x="4416480" y="1182960"/>
              <a:ext cx="165960" cy="30204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5" name="Google Shape;445;p10"/>
            <p:cNvSpPr/>
            <p:nvPr/>
          </p:nvSpPr>
          <p:spPr>
            <a:xfrm>
              <a:off x="4759200" y="1436400"/>
              <a:ext cx="68400" cy="1908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700" rIns="91425" bIns="9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6" name="Google Shape;446;p10"/>
            <p:cNvSpPr/>
            <p:nvPr/>
          </p:nvSpPr>
          <p:spPr>
            <a:xfrm>
              <a:off x="4743360" y="1487520"/>
              <a:ext cx="70920" cy="6372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32025" rIns="91425" bIns="3202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7" name="Google Shape;447;p10"/>
            <p:cNvSpPr/>
            <p:nvPr/>
          </p:nvSpPr>
          <p:spPr>
            <a:xfrm>
              <a:off x="4700520" y="1514880"/>
              <a:ext cx="19080" cy="68400"/>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34200" rIns="91425" bIns="342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8" name="Google Shape;448;p10"/>
            <p:cNvSpPr/>
            <p:nvPr/>
          </p:nvSpPr>
          <p:spPr>
            <a:xfrm>
              <a:off x="4286520" y="1221120"/>
              <a:ext cx="82800" cy="38160"/>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19075" rIns="91425" bIns="19075"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49" name="Google Shape;449;p10"/>
            <p:cNvSpPr/>
            <p:nvPr/>
          </p:nvSpPr>
          <p:spPr>
            <a:xfrm>
              <a:off x="4303080" y="1124640"/>
              <a:ext cx="79560" cy="64440"/>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32400" rIns="91425" bIns="324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sp>
          <p:nvSpPr>
            <p:cNvPr id="450" name="Google Shape;450;p10"/>
            <p:cNvSpPr/>
            <p:nvPr/>
          </p:nvSpPr>
          <p:spPr>
            <a:xfrm>
              <a:off x="4386960" y="1071000"/>
              <a:ext cx="38520" cy="82800"/>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41400" rIns="91425" bIns="414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Noto Sans Symbols"/>
                <a:ea typeface="Noto Sans Symbols"/>
                <a:cs typeface="Noto Sans Symbols"/>
                <a:sym typeface="Noto Sans Symbols"/>
              </a:endParaRPr>
            </a:p>
          </p:txBody>
        </p:sp>
      </p:grpSp>
      <p:sp>
        <p:nvSpPr>
          <p:cNvPr id="451" name="Google Shape;451;p10"/>
          <p:cNvSpPr/>
          <p:nvPr/>
        </p:nvSpPr>
        <p:spPr>
          <a:xfrm>
            <a:off x="1726365" y="1870790"/>
            <a:ext cx="55527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1960">
                <a:solidFill>
                  <a:srgbClr val="494949"/>
                </a:solidFill>
                <a:latin typeface="Fjalla One"/>
                <a:ea typeface="Fjalla One"/>
                <a:cs typeface="Fjalla One"/>
                <a:sym typeface="Fjalla One"/>
              </a:rPr>
              <a:t>Topics</a:t>
            </a:r>
            <a:endParaRPr sz="1960" b="0" i="0" u="none" strike="noStrike" cap="none">
              <a:solidFill>
                <a:srgbClr val="000000"/>
              </a:solidFill>
              <a:latin typeface="Noto Sans Symbols"/>
              <a:ea typeface="Noto Sans Symbols"/>
              <a:cs typeface="Noto Sans Symbols"/>
              <a:sym typeface="Noto Sans Symbols"/>
            </a:endParaRPr>
          </a:p>
        </p:txBody>
      </p:sp>
      <p:sp>
        <p:nvSpPr>
          <p:cNvPr id="452" name="Google Shape;452;p10"/>
          <p:cNvSpPr/>
          <p:nvPr/>
        </p:nvSpPr>
        <p:spPr>
          <a:xfrm>
            <a:off x="1235700" y="2571750"/>
            <a:ext cx="3336300" cy="12081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pt-PT" sz="1100"/>
              <a:t>1</a:t>
            </a:r>
            <a:r>
              <a:rPr lang="pt-PT" sz="1100" baseline="30000"/>
              <a:t>st</a:t>
            </a:r>
            <a:r>
              <a:rPr lang="pt-PT" sz="1100"/>
              <a:t> What is Cloud Computing</a:t>
            </a:r>
            <a:endParaRPr sz="1100"/>
          </a:p>
          <a:p>
            <a:pPr marL="0" lvl="0" indent="0" algn="l" rtl="0">
              <a:lnSpc>
                <a:spcPct val="115000"/>
              </a:lnSpc>
              <a:spcBef>
                <a:spcPts val="800"/>
              </a:spcBef>
              <a:spcAft>
                <a:spcPts val="0"/>
              </a:spcAft>
              <a:buNone/>
            </a:pPr>
            <a:r>
              <a:rPr lang="pt-PT" sz="1100"/>
              <a:t>2</a:t>
            </a:r>
            <a:r>
              <a:rPr lang="pt-PT" sz="1100" baseline="30000"/>
              <a:t>nd</a:t>
            </a:r>
            <a:r>
              <a:rPr lang="pt-PT" sz="1100"/>
              <a:t> Types of Cloud Computing</a:t>
            </a:r>
            <a:endParaRPr sz="1100"/>
          </a:p>
          <a:p>
            <a:pPr marL="0" lvl="0" indent="0" algn="l" rtl="0">
              <a:lnSpc>
                <a:spcPct val="115000"/>
              </a:lnSpc>
              <a:spcBef>
                <a:spcPts val="800"/>
              </a:spcBef>
              <a:spcAft>
                <a:spcPts val="0"/>
              </a:spcAft>
              <a:buNone/>
            </a:pPr>
            <a:r>
              <a:rPr lang="pt-PT" sz="1100"/>
              <a:t>3</a:t>
            </a:r>
            <a:r>
              <a:rPr lang="pt-PT" sz="1100" baseline="30000"/>
              <a:t>rd</a:t>
            </a:r>
            <a:r>
              <a:rPr lang="pt-PT" sz="1100"/>
              <a:t> Advantages and Disadvantages</a:t>
            </a:r>
            <a:endParaRPr sz="1100"/>
          </a:p>
          <a:p>
            <a:pPr marL="0" lvl="0" indent="0" algn="l" rtl="0">
              <a:lnSpc>
                <a:spcPct val="115000"/>
              </a:lnSpc>
              <a:spcBef>
                <a:spcPts val="800"/>
              </a:spcBef>
              <a:spcAft>
                <a:spcPts val="0"/>
              </a:spcAft>
              <a:buNone/>
            </a:pPr>
            <a:r>
              <a:rPr lang="pt-PT" sz="1100"/>
              <a:t>4</a:t>
            </a:r>
            <a:r>
              <a:rPr lang="pt-PT" sz="1100" baseline="30000"/>
              <a:t>th</a:t>
            </a:r>
            <a:r>
              <a:rPr lang="pt-PT" sz="1100"/>
              <a:t> Cloud vs local servers</a:t>
            </a:r>
            <a:endParaRPr sz="1100"/>
          </a:p>
          <a:p>
            <a:pPr marL="0" marR="0" lvl="0" indent="0" algn="l" rtl="0">
              <a:lnSpc>
                <a:spcPct val="140001"/>
              </a:lnSpc>
              <a:spcBef>
                <a:spcPts val="800"/>
              </a:spcBef>
              <a:spcAft>
                <a:spcPts val="0"/>
              </a:spcAft>
              <a:buNone/>
            </a:pPr>
            <a:endParaRPr sz="1600">
              <a:solidFill>
                <a:srgbClr val="494949"/>
              </a:solidFill>
              <a:latin typeface="Barlow Semi Condensed"/>
              <a:ea typeface="Barlow Semi Condensed"/>
              <a:cs typeface="Barlow Semi Condensed"/>
              <a:sym typeface="Barlow Semi Condensed"/>
            </a:endParaRPr>
          </a:p>
        </p:txBody>
      </p:sp>
      <p:sp>
        <p:nvSpPr>
          <p:cNvPr id="453" name="Google Shape;453;p10"/>
          <p:cNvSpPr txBox="1"/>
          <p:nvPr/>
        </p:nvSpPr>
        <p:spPr>
          <a:xfrm>
            <a:off x="4867575" y="2436250"/>
            <a:ext cx="2964600" cy="2230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pt-PT" sz="1100"/>
              <a:t>6</a:t>
            </a:r>
            <a:r>
              <a:rPr lang="pt-PT" sz="1100" baseline="30000"/>
              <a:t>th</a:t>
            </a:r>
            <a:r>
              <a:rPr lang="pt-PT" sz="1100"/>
              <a:t> Major Cloud Services Providers </a:t>
            </a:r>
            <a:endParaRPr sz="1100"/>
          </a:p>
          <a:p>
            <a:pPr marL="0" lvl="0" indent="0" algn="l" rtl="0">
              <a:lnSpc>
                <a:spcPct val="115000"/>
              </a:lnSpc>
              <a:spcBef>
                <a:spcPts val="800"/>
              </a:spcBef>
              <a:spcAft>
                <a:spcPts val="0"/>
              </a:spcAft>
              <a:buNone/>
            </a:pPr>
            <a:r>
              <a:rPr lang="pt-PT" sz="1100"/>
              <a:t>5</a:t>
            </a:r>
            <a:r>
              <a:rPr lang="pt-PT" sz="1100" baseline="30000"/>
              <a:t>th</a:t>
            </a:r>
            <a:r>
              <a:rPr lang="pt-PT" sz="1100"/>
              <a:t> Cloud Security</a:t>
            </a:r>
            <a:endParaRPr sz="1100"/>
          </a:p>
          <a:p>
            <a:pPr marL="0" lvl="0" indent="0" algn="l" rtl="0">
              <a:lnSpc>
                <a:spcPct val="115000"/>
              </a:lnSpc>
              <a:spcBef>
                <a:spcPts val="800"/>
              </a:spcBef>
              <a:spcAft>
                <a:spcPts val="0"/>
              </a:spcAft>
              <a:buNone/>
            </a:pPr>
            <a:r>
              <a:rPr lang="pt-PT" sz="1100"/>
              <a:t>6</a:t>
            </a:r>
            <a:r>
              <a:rPr lang="pt-PT" sz="1100" baseline="30000"/>
              <a:t>th</a:t>
            </a:r>
            <a:r>
              <a:rPr lang="pt-PT" sz="1100"/>
              <a:t> Major Cloud Services Providers</a:t>
            </a:r>
            <a:endParaRPr sz="1100"/>
          </a:p>
          <a:p>
            <a:pPr marL="0" lvl="0" indent="0" algn="l" rtl="0">
              <a:lnSpc>
                <a:spcPct val="115000"/>
              </a:lnSpc>
              <a:spcBef>
                <a:spcPts val="800"/>
              </a:spcBef>
              <a:spcAft>
                <a:spcPts val="0"/>
              </a:spcAft>
              <a:buNone/>
            </a:pPr>
            <a:r>
              <a:rPr lang="pt-PT" sz="1100"/>
              <a:t>7</a:t>
            </a:r>
            <a:r>
              <a:rPr lang="pt-PT" sz="1100" baseline="30000"/>
              <a:t>th</a:t>
            </a:r>
            <a:r>
              <a:rPr lang="pt-PT" sz="1100"/>
              <a:t> IoT in Cloud Computing and everyday use</a:t>
            </a:r>
            <a:endParaRPr sz="1100"/>
          </a:p>
          <a:p>
            <a:pPr marL="0" lvl="0" indent="0" algn="l" rtl="0">
              <a:lnSpc>
                <a:spcPct val="115000"/>
              </a:lnSpc>
              <a:spcBef>
                <a:spcPts val="800"/>
              </a:spcBef>
              <a:spcAft>
                <a:spcPts val="0"/>
              </a:spcAft>
              <a:buNone/>
            </a:pPr>
            <a:r>
              <a:rPr lang="pt-PT" sz="1100"/>
              <a:t>8</a:t>
            </a:r>
            <a:r>
              <a:rPr lang="pt-PT" sz="1100" baseline="30000"/>
              <a:t>th</a:t>
            </a:r>
            <a:r>
              <a:rPr lang="pt-PT" sz="1100"/>
              <a:t> How companies use and benefit from Cloud Services</a:t>
            </a:r>
            <a:endParaRPr sz="1100"/>
          </a:p>
          <a:p>
            <a:pPr marL="0" lvl="0" indent="0" algn="l" rtl="0">
              <a:lnSpc>
                <a:spcPct val="115000"/>
              </a:lnSpc>
              <a:spcBef>
                <a:spcPts val="800"/>
              </a:spcBef>
              <a:spcAft>
                <a:spcPts val="800"/>
              </a:spcAft>
              <a:buNone/>
            </a:pP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11"/>
          <p:cNvSpPr/>
          <p:nvPr/>
        </p:nvSpPr>
        <p:spPr>
          <a:xfrm>
            <a:off x="619200" y="619200"/>
            <a:ext cx="2142720" cy="76176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01</a:t>
            </a:r>
            <a:endParaRPr sz="4625" b="0" i="0" u="none" strike="noStrike" cap="none">
              <a:solidFill>
                <a:srgbClr val="000000"/>
              </a:solidFill>
              <a:latin typeface="Noto Sans Symbols"/>
              <a:ea typeface="Noto Sans Symbols"/>
              <a:cs typeface="Noto Sans Symbols"/>
              <a:sym typeface="Noto Sans Symbols"/>
            </a:endParaRPr>
          </a:p>
        </p:txBody>
      </p:sp>
      <p:sp>
        <p:nvSpPr>
          <p:cNvPr id="459" name="Google Shape;459;p11"/>
          <p:cNvSpPr/>
          <p:nvPr/>
        </p:nvSpPr>
        <p:spPr>
          <a:xfrm>
            <a:off x="619200" y="1428840"/>
            <a:ext cx="3476160" cy="60912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3700">
                <a:solidFill>
                  <a:srgbClr val="494949"/>
                </a:solidFill>
                <a:latin typeface="Fjalla One"/>
                <a:ea typeface="Fjalla One"/>
                <a:cs typeface="Fjalla One"/>
                <a:sym typeface="Fjalla One"/>
              </a:rPr>
              <a:t>What is Cloud Computing?</a:t>
            </a:r>
            <a:endParaRPr sz="3700" b="0" i="0" u="none" strike="noStrike" cap="none">
              <a:solidFill>
                <a:srgbClr val="000000"/>
              </a:solidFill>
              <a:latin typeface="Noto Sans Symbols"/>
              <a:ea typeface="Noto Sans Symbols"/>
              <a:cs typeface="Noto Sans Symbols"/>
              <a:sym typeface="Noto Sans Symbols"/>
            </a:endParaRPr>
          </a:p>
        </p:txBody>
      </p:sp>
      <p:pic>
        <p:nvPicPr>
          <p:cNvPr id="460" name="Google Shape;460;p11"/>
          <p:cNvPicPr preferRelativeResize="0"/>
          <p:nvPr/>
        </p:nvPicPr>
        <p:blipFill>
          <a:blip r:embed="rId3">
            <a:alphaModFix/>
          </a:blip>
          <a:stretch>
            <a:fillRect/>
          </a:stretch>
        </p:blipFill>
        <p:spPr>
          <a:xfrm>
            <a:off x="4095360" y="555613"/>
            <a:ext cx="4743840" cy="403226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12"/>
          <p:cNvSpPr/>
          <p:nvPr/>
        </p:nvSpPr>
        <p:spPr>
          <a:xfrm>
            <a:off x="1790640" y="1557965"/>
            <a:ext cx="55527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1960">
                <a:solidFill>
                  <a:srgbClr val="494949"/>
                </a:solidFill>
                <a:latin typeface="Fjalla One"/>
                <a:ea typeface="Fjalla One"/>
                <a:cs typeface="Fjalla One"/>
                <a:sym typeface="Fjalla One"/>
              </a:rPr>
              <a:t>What is Cloud Computing?</a:t>
            </a:r>
            <a:endParaRPr sz="1960" b="0" i="0" u="none" strike="noStrike" cap="none">
              <a:solidFill>
                <a:srgbClr val="000000"/>
              </a:solidFill>
              <a:latin typeface="Noto Sans Symbols"/>
              <a:ea typeface="Noto Sans Symbols"/>
              <a:cs typeface="Noto Sans Symbols"/>
              <a:sym typeface="Noto Sans Symbols"/>
            </a:endParaRPr>
          </a:p>
        </p:txBody>
      </p:sp>
      <p:sp>
        <p:nvSpPr>
          <p:cNvPr id="466" name="Google Shape;466;p12"/>
          <p:cNvSpPr/>
          <p:nvPr/>
        </p:nvSpPr>
        <p:spPr>
          <a:xfrm>
            <a:off x="1790640" y="2241880"/>
            <a:ext cx="5552700" cy="1980600"/>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 The on-demand availability of computing resources (such as storage and infrastructure), as services over the internet, </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instead of using your own local computer or physical servers.  </a:t>
            </a:r>
            <a:endParaRPr sz="1600">
              <a:solidFill>
                <a:srgbClr val="494949"/>
              </a:solidFill>
              <a:latin typeface="Barlow Semi Condensed"/>
              <a:ea typeface="Barlow Semi Condensed"/>
              <a:cs typeface="Barlow Semi Condensed"/>
              <a:sym typeface="Barlow Semi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13"/>
          <p:cNvSpPr/>
          <p:nvPr/>
        </p:nvSpPr>
        <p:spPr>
          <a:xfrm>
            <a:off x="5048280" y="619200"/>
            <a:ext cx="3476160" cy="36144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endParaRPr sz="2040" b="0" i="0" u="none" strike="noStrike" cap="none">
              <a:solidFill>
                <a:srgbClr val="000000"/>
              </a:solidFill>
              <a:latin typeface="Noto Sans Symbols"/>
              <a:ea typeface="Noto Sans Symbols"/>
              <a:cs typeface="Noto Sans Symbols"/>
              <a:sym typeface="Noto Sans Symbols"/>
            </a:endParaRPr>
          </a:p>
        </p:txBody>
      </p:sp>
      <p:sp>
        <p:nvSpPr>
          <p:cNvPr id="472" name="Google Shape;472;p13"/>
          <p:cNvSpPr/>
          <p:nvPr/>
        </p:nvSpPr>
        <p:spPr>
          <a:xfrm>
            <a:off x="4857293" y="1192345"/>
            <a:ext cx="3476100" cy="3504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Examples:</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Using Google Drive to store files online;</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15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Saving photos to iCloud;</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15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Running websites without owning physical servers.</a:t>
            </a:r>
            <a:endParaRPr sz="1600">
              <a:solidFill>
                <a:srgbClr val="494949"/>
              </a:solidFill>
              <a:latin typeface="Barlow Semi Condensed"/>
              <a:ea typeface="Barlow Semi Condensed"/>
              <a:cs typeface="Barlow Semi Condensed"/>
              <a:sym typeface="Barlow Semi Condensed"/>
            </a:endParaRPr>
          </a:p>
        </p:txBody>
      </p:sp>
      <p:pic>
        <p:nvPicPr>
          <p:cNvPr id="473" name="Google Shape;473;p13"/>
          <p:cNvPicPr preferRelativeResize="0"/>
          <p:nvPr/>
        </p:nvPicPr>
        <p:blipFill>
          <a:blip r:embed="rId3">
            <a:alphaModFix/>
          </a:blip>
          <a:stretch>
            <a:fillRect/>
          </a:stretch>
        </p:blipFill>
        <p:spPr>
          <a:xfrm>
            <a:off x="637375" y="1032959"/>
            <a:ext cx="3521525" cy="30775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sp>
        <p:nvSpPr>
          <p:cNvPr id="478" name="Google Shape;478;p14"/>
          <p:cNvSpPr/>
          <p:nvPr/>
        </p:nvSpPr>
        <p:spPr>
          <a:xfrm>
            <a:off x="5048280" y="786348"/>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02</a:t>
            </a:r>
            <a:endParaRPr sz="4625" b="0" i="0" u="none" strike="noStrike" cap="none">
              <a:solidFill>
                <a:srgbClr val="000000"/>
              </a:solidFill>
              <a:latin typeface="Noto Sans Symbols"/>
              <a:ea typeface="Noto Sans Symbols"/>
              <a:cs typeface="Noto Sans Symbols"/>
              <a:sym typeface="Noto Sans Symbols"/>
            </a:endParaRPr>
          </a:p>
        </p:txBody>
      </p:sp>
      <p:sp>
        <p:nvSpPr>
          <p:cNvPr id="479" name="Google Shape;479;p14"/>
          <p:cNvSpPr/>
          <p:nvPr/>
        </p:nvSpPr>
        <p:spPr>
          <a:xfrm>
            <a:off x="5048280" y="1595988"/>
            <a:ext cx="3476100" cy="1218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Types of Cloud Computing</a:t>
            </a:r>
            <a:endParaRPr sz="4000" b="0" i="0" u="none" strike="noStrike" cap="none">
              <a:solidFill>
                <a:srgbClr val="000000"/>
              </a:solidFill>
              <a:latin typeface="Noto Sans Symbols"/>
              <a:ea typeface="Noto Sans Symbols"/>
              <a:cs typeface="Noto Sans Symbols"/>
              <a:sym typeface="Noto Sans Symbols"/>
            </a:endParaRPr>
          </a:p>
        </p:txBody>
      </p:sp>
      <p:pic>
        <p:nvPicPr>
          <p:cNvPr id="480" name="Google Shape;480;p14"/>
          <p:cNvPicPr preferRelativeResize="0"/>
          <p:nvPr/>
        </p:nvPicPr>
        <p:blipFill>
          <a:blip r:embed="rId3">
            <a:alphaModFix/>
          </a:blip>
          <a:stretch>
            <a:fillRect/>
          </a:stretch>
        </p:blipFill>
        <p:spPr>
          <a:xfrm>
            <a:off x="0" y="1220425"/>
            <a:ext cx="5004625" cy="2702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15"/>
          <p:cNvSpPr/>
          <p:nvPr/>
        </p:nvSpPr>
        <p:spPr>
          <a:xfrm>
            <a:off x="4860475" y="3629850"/>
            <a:ext cx="4034100" cy="940500"/>
          </a:xfrm>
          <a:prstGeom prst="roundRect">
            <a:avLst>
              <a:gd name="adj" fmla="val 16667"/>
            </a:avLst>
          </a:prstGeom>
          <a:solidFill>
            <a:schemeClr val="accent1"/>
          </a:solidFill>
          <a:ln w="9525" cap="flat" cmpd="sng">
            <a:solidFill>
              <a:srgbClr val="77C6F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6" name="Google Shape;486;p15"/>
          <p:cNvSpPr/>
          <p:nvPr/>
        </p:nvSpPr>
        <p:spPr>
          <a:xfrm>
            <a:off x="2364100" y="2511163"/>
            <a:ext cx="4034100" cy="940500"/>
          </a:xfrm>
          <a:prstGeom prst="roundRect">
            <a:avLst>
              <a:gd name="adj" fmla="val 16667"/>
            </a:avLst>
          </a:prstGeom>
          <a:solidFill>
            <a:schemeClr val="accent1"/>
          </a:solidFill>
          <a:ln w="9525" cap="flat" cmpd="sng">
            <a:solidFill>
              <a:srgbClr val="77C6F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7" name="Google Shape;487;p15"/>
          <p:cNvSpPr/>
          <p:nvPr/>
        </p:nvSpPr>
        <p:spPr>
          <a:xfrm>
            <a:off x="514350" y="1341025"/>
            <a:ext cx="4195800" cy="940500"/>
          </a:xfrm>
          <a:prstGeom prst="roundRect">
            <a:avLst>
              <a:gd name="adj" fmla="val 16667"/>
            </a:avLst>
          </a:prstGeom>
          <a:solidFill>
            <a:schemeClr val="accent1"/>
          </a:solidFill>
          <a:ln w="9525" cap="flat" cmpd="sng">
            <a:solidFill>
              <a:srgbClr val="77C6F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88" name="Google Shape;488;p15"/>
          <p:cNvSpPr/>
          <p:nvPr/>
        </p:nvSpPr>
        <p:spPr>
          <a:xfrm>
            <a:off x="619200" y="619200"/>
            <a:ext cx="3476160" cy="36144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040">
                <a:solidFill>
                  <a:srgbClr val="494949"/>
                </a:solidFill>
                <a:latin typeface="Fjalla One"/>
                <a:ea typeface="Fjalla One"/>
                <a:cs typeface="Fjalla One"/>
                <a:sym typeface="Fjalla One"/>
              </a:rPr>
              <a:t>Main types of cloud services</a:t>
            </a:r>
            <a:endParaRPr sz="2040" b="0" i="0" u="none" strike="noStrike" cap="none">
              <a:solidFill>
                <a:srgbClr val="000000"/>
              </a:solidFill>
              <a:latin typeface="Noto Sans Symbols"/>
              <a:ea typeface="Noto Sans Symbols"/>
              <a:cs typeface="Noto Sans Symbols"/>
              <a:sym typeface="Noto Sans Symbols"/>
            </a:endParaRPr>
          </a:p>
        </p:txBody>
      </p:sp>
      <p:sp>
        <p:nvSpPr>
          <p:cNvPr id="489" name="Google Shape;489;p15"/>
          <p:cNvSpPr/>
          <p:nvPr/>
        </p:nvSpPr>
        <p:spPr>
          <a:xfrm>
            <a:off x="619200" y="1447525"/>
            <a:ext cx="4034100" cy="7275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600">
                <a:solidFill>
                  <a:schemeClr val="lt1"/>
                </a:solidFill>
                <a:latin typeface="Barlow Semi Condensed"/>
                <a:ea typeface="Barlow Semi Condensed"/>
                <a:cs typeface="Barlow Semi Condensed"/>
                <a:sym typeface="Barlow Semi Condensed"/>
              </a:rPr>
              <a:t>Infrastructure as a Service (IaaS) </a:t>
            </a:r>
            <a:endParaRPr sz="1600">
              <a:solidFill>
                <a:schemeClr val="lt1"/>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r>
              <a:rPr lang="pt-PT" sz="1600">
                <a:solidFill>
                  <a:schemeClr val="lt1"/>
                </a:solidFill>
                <a:latin typeface="Barlow Semi Condensed"/>
                <a:ea typeface="Barlow Semi Condensed"/>
                <a:cs typeface="Barlow Semi Condensed"/>
                <a:sym typeface="Barlow Semi Condensed"/>
              </a:rPr>
              <a:t>You rent virtual machines, storage, and networks</a:t>
            </a:r>
            <a:endParaRPr sz="1600">
              <a:solidFill>
                <a:schemeClr val="lt1"/>
              </a:solidFill>
              <a:latin typeface="Barlow Semi Condensed"/>
              <a:ea typeface="Barlow Semi Condensed"/>
              <a:cs typeface="Barlow Semi Condensed"/>
              <a:sym typeface="Barlow Semi Condensed"/>
            </a:endParaRPr>
          </a:p>
        </p:txBody>
      </p:sp>
      <p:sp>
        <p:nvSpPr>
          <p:cNvPr id="490" name="Google Shape;490;p15"/>
          <p:cNvSpPr txBox="1"/>
          <p:nvPr/>
        </p:nvSpPr>
        <p:spPr>
          <a:xfrm>
            <a:off x="5033275" y="3681300"/>
            <a:ext cx="3901800" cy="1058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sz="1600">
                <a:solidFill>
                  <a:schemeClr val="lt1"/>
                </a:solidFill>
                <a:latin typeface="Barlow Semi Condensed"/>
                <a:ea typeface="Barlow Semi Condensed"/>
                <a:cs typeface="Barlow Semi Condensed"/>
                <a:sym typeface="Barlow Semi Condensed"/>
              </a:rPr>
              <a:t>Platform as a Service (PaaS) </a:t>
            </a:r>
            <a:endParaRPr sz="1600">
              <a:solidFill>
                <a:schemeClr val="lt1"/>
              </a:solidFill>
              <a:latin typeface="Barlow Semi Condensed"/>
              <a:ea typeface="Barlow Semi Condensed"/>
              <a:cs typeface="Barlow Semi Condensed"/>
              <a:sym typeface="Barlow Semi Condensed"/>
            </a:endParaRPr>
          </a:p>
          <a:p>
            <a:pPr marL="0" lvl="0" indent="0" algn="l" rtl="0">
              <a:lnSpc>
                <a:spcPct val="150000"/>
              </a:lnSpc>
              <a:spcBef>
                <a:spcPts val="0"/>
              </a:spcBef>
              <a:spcAft>
                <a:spcPts val="0"/>
              </a:spcAft>
              <a:buClr>
                <a:srgbClr val="000000"/>
              </a:buClr>
              <a:buFont typeface="Arial"/>
              <a:buNone/>
            </a:pPr>
            <a:r>
              <a:rPr lang="pt-PT" sz="1600">
                <a:solidFill>
                  <a:schemeClr val="lt1"/>
                </a:solidFill>
                <a:latin typeface="Barlow Semi Condensed"/>
                <a:ea typeface="Barlow Semi Condensed"/>
                <a:cs typeface="Barlow Semi Condensed"/>
                <a:sym typeface="Barlow Semi Condensed"/>
              </a:rPr>
              <a:t>You deploy apps without managing hardware</a:t>
            </a:r>
            <a:endParaRPr sz="1600">
              <a:solidFill>
                <a:schemeClr val="lt1"/>
              </a:solidFill>
              <a:latin typeface="Barlow Semi Condensed"/>
              <a:ea typeface="Barlow Semi Condensed"/>
              <a:cs typeface="Barlow Semi Condensed"/>
              <a:sym typeface="Barlow Semi Condensed"/>
            </a:endParaRPr>
          </a:p>
          <a:p>
            <a:pPr marL="0" lvl="0" indent="0" algn="l" rtl="0">
              <a:spcBef>
                <a:spcPts val="0"/>
              </a:spcBef>
              <a:spcAft>
                <a:spcPts val="0"/>
              </a:spcAft>
              <a:buNone/>
            </a:pPr>
            <a:endParaRPr sz="1800"/>
          </a:p>
        </p:txBody>
      </p:sp>
      <p:sp>
        <p:nvSpPr>
          <p:cNvPr id="491" name="Google Shape;491;p15"/>
          <p:cNvSpPr txBox="1"/>
          <p:nvPr/>
        </p:nvSpPr>
        <p:spPr>
          <a:xfrm>
            <a:off x="2621100" y="2571750"/>
            <a:ext cx="3573300" cy="788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sz="1600">
                <a:solidFill>
                  <a:schemeClr val="lt1"/>
                </a:solidFill>
                <a:latin typeface="Barlow Semi Condensed"/>
                <a:ea typeface="Barlow Semi Condensed"/>
                <a:cs typeface="Barlow Semi Condensed"/>
                <a:sym typeface="Barlow Semi Condensed"/>
              </a:rPr>
              <a:t>Software as a Service (SaaS)</a:t>
            </a:r>
            <a:endParaRPr sz="1600">
              <a:solidFill>
                <a:schemeClr val="lt1"/>
              </a:solidFill>
              <a:latin typeface="Barlow Semi Condensed"/>
              <a:ea typeface="Barlow Semi Condensed"/>
              <a:cs typeface="Barlow Semi Condensed"/>
              <a:sym typeface="Barlow Semi Condensed"/>
            </a:endParaRPr>
          </a:p>
          <a:p>
            <a:pPr marL="0" lvl="0" indent="0" algn="l" rtl="0">
              <a:lnSpc>
                <a:spcPct val="150000"/>
              </a:lnSpc>
              <a:spcBef>
                <a:spcPts val="0"/>
              </a:spcBef>
              <a:spcAft>
                <a:spcPts val="0"/>
              </a:spcAft>
              <a:buNone/>
            </a:pPr>
            <a:r>
              <a:rPr lang="pt-PT" sz="1600">
                <a:solidFill>
                  <a:schemeClr val="lt1"/>
                </a:solidFill>
                <a:latin typeface="Barlow Semi Condensed"/>
                <a:ea typeface="Barlow Semi Condensed"/>
                <a:cs typeface="Barlow Semi Condensed"/>
                <a:sym typeface="Barlow Semi Condensed"/>
              </a:rPr>
              <a:t>You use software through a browser or app</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6"/>
          <p:cNvSpPr/>
          <p:nvPr/>
        </p:nvSpPr>
        <p:spPr>
          <a:xfrm>
            <a:off x="1790640" y="2476440"/>
            <a:ext cx="5552640" cy="35208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1960">
                <a:solidFill>
                  <a:srgbClr val="494949"/>
                </a:solidFill>
                <a:latin typeface="Fjalla One"/>
                <a:ea typeface="Fjalla One"/>
                <a:cs typeface="Fjalla One"/>
                <a:sym typeface="Fjalla One"/>
              </a:rPr>
              <a:t>Types of Cloud Environments </a:t>
            </a:r>
            <a:endParaRPr sz="1960" b="0" i="0" u="none" strike="noStrike" cap="non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17"/>
          <p:cNvSpPr/>
          <p:nvPr/>
        </p:nvSpPr>
        <p:spPr>
          <a:xfrm>
            <a:off x="619200" y="619200"/>
            <a:ext cx="7905240" cy="36144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040">
                <a:solidFill>
                  <a:srgbClr val="494949"/>
                </a:solidFill>
                <a:latin typeface="Fjalla One"/>
                <a:ea typeface="Fjalla One"/>
                <a:cs typeface="Fjalla One"/>
                <a:sym typeface="Fjalla One"/>
              </a:rPr>
              <a:t>Public Cloud</a:t>
            </a:r>
            <a:endParaRPr sz="2040" b="0" i="0" u="none" strike="noStrike" cap="none">
              <a:solidFill>
                <a:srgbClr val="000000"/>
              </a:solidFill>
              <a:latin typeface="Noto Sans Symbols"/>
              <a:ea typeface="Noto Sans Symbols"/>
              <a:cs typeface="Noto Sans Symbols"/>
              <a:sym typeface="Noto Sans Symbols"/>
            </a:endParaRPr>
          </a:p>
        </p:txBody>
      </p:sp>
      <p:sp>
        <p:nvSpPr>
          <p:cNvPr id="502" name="Google Shape;502;p17"/>
          <p:cNvSpPr/>
          <p:nvPr/>
        </p:nvSpPr>
        <p:spPr>
          <a:xfrm>
            <a:off x="619350" y="1082147"/>
            <a:ext cx="7905300" cy="651900"/>
          </a:xfrm>
          <a:prstGeom prst="rect">
            <a:avLst/>
          </a:prstGeom>
          <a:noFill/>
          <a:ln>
            <a:noFill/>
          </a:ln>
        </p:spPr>
        <p:txBody>
          <a:bodyPr spcFirstLastPara="1" wrap="square" lIns="91425" tIns="45700" rIns="91425" bIns="45700" anchor="t" anchorCtr="0">
            <a:noAutofit/>
          </a:bodyPr>
          <a:lstStyle/>
          <a:p>
            <a:pPr marL="0" lvl="0" indent="0" algn="l" rtl="0">
              <a:lnSpc>
                <a:spcPct val="140001"/>
              </a:lnSpc>
              <a:spcBef>
                <a:spcPts val="0"/>
              </a:spcBef>
              <a:spcAft>
                <a:spcPts val="0"/>
              </a:spcAft>
              <a:buNone/>
            </a:pPr>
            <a:r>
              <a:rPr lang="pt-PT" sz="1480">
                <a:solidFill>
                  <a:srgbClr val="494949"/>
                </a:solidFill>
                <a:latin typeface="Barlow Semi Condensed"/>
                <a:ea typeface="Barlow Semi Condensed"/>
                <a:cs typeface="Barlow Semi Condensed"/>
                <a:sym typeface="Barlow Semi Condensed"/>
              </a:rPr>
              <a:t>Infrastructure is owned by a cloud provider and shared among many customers.</a:t>
            </a:r>
            <a:endParaRPr sz="1480">
              <a:solidFill>
                <a:srgbClr val="494949"/>
              </a:solidFill>
              <a:latin typeface="Barlow Semi Condensed"/>
              <a:ea typeface="Barlow Semi Condensed"/>
              <a:cs typeface="Barlow Semi Condensed"/>
              <a:sym typeface="Barlow Semi Condensed"/>
            </a:endParaRPr>
          </a:p>
          <a:p>
            <a:pPr marL="457200" lvl="0" indent="-322580" algn="l" rtl="0">
              <a:lnSpc>
                <a:spcPct val="140001"/>
              </a:lnSpc>
              <a:spcBef>
                <a:spcPts val="0"/>
              </a:spcBef>
              <a:spcAft>
                <a:spcPts val="0"/>
              </a:spcAft>
              <a:buClr>
                <a:srgbClr val="494949"/>
              </a:buClr>
              <a:buSzPts val="1480"/>
              <a:buFont typeface="Barlow Semi Condensed"/>
              <a:buChar char="-"/>
            </a:pPr>
            <a:r>
              <a:rPr lang="pt-PT" sz="1480">
                <a:solidFill>
                  <a:srgbClr val="494949"/>
                </a:solidFill>
                <a:latin typeface="Barlow Semi Condensed"/>
                <a:ea typeface="Barlow Semi Condensed"/>
                <a:cs typeface="Barlow Semi Condensed"/>
                <a:sym typeface="Barlow Semi Condensed"/>
              </a:rPr>
              <a:t>lower cost </a:t>
            </a:r>
            <a:endParaRPr sz="1480">
              <a:solidFill>
                <a:srgbClr val="494949"/>
              </a:solidFill>
              <a:latin typeface="Barlow Semi Condensed"/>
              <a:ea typeface="Barlow Semi Condensed"/>
              <a:cs typeface="Barlow Semi Condensed"/>
              <a:sym typeface="Barlow Semi Condensed"/>
            </a:endParaRPr>
          </a:p>
        </p:txBody>
      </p:sp>
      <p:sp>
        <p:nvSpPr>
          <p:cNvPr id="503" name="Google Shape;503;p17"/>
          <p:cNvSpPr/>
          <p:nvPr/>
        </p:nvSpPr>
        <p:spPr>
          <a:xfrm>
            <a:off x="619175" y="2086875"/>
            <a:ext cx="79053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040">
                <a:solidFill>
                  <a:srgbClr val="494949"/>
                </a:solidFill>
                <a:latin typeface="Fjalla One"/>
                <a:ea typeface="Fjalla One"/>
                <a:cs typeface="Fjalla One"/>
                <a:sym typeface="Fjalla One"/>
              </a:rPr>
              <a:t>Private Cloud</a:t>
            </a:r>
            <a:endParaRPr sz="2040" b="0" i="0" u="none" strike="noStrike" cap="none">
              <a:solidFill>
                <a:srgbClr val="000000"/>
              </a:solidFill>
              <a:latin typeface="Noto Sans Symbols"/>
              <a:ea typeface="Noto Sans Symbols"/>
              <a:cs typeface="Noto Sans Symbols"/>
              <a:sym typeface="Noto Sans Symbols"/>
            </a:endParaRPr>
          </a:p>
        </p:txBody>
      </p:sp>
      <p:sp>
        <p:nvSpPr>
          <p:cNvPr id="504" name="Google Shape;504;p17"/>
          <p:cNvSpPr/>
          <p:nvPr/>
        </p:nvSpPr>
        <p:spPr>
          <a:xfrm>
            <a:off x="619350" y="2527772"/>
            <a:ext cx="7905300" cy="651900"/>
          </a:xfrm>
          <a:prstGeom prst="rect">
            <a:avLst/>
          </a:prstGeom>
          <a:noFill/>
          <a:ln>
            <a:noFill/>
          </a:ln>
        </p:spPr>
        <p:txBody>
          <a:bodyPr spcFirstLastPara="1" wrap="square" lIns="91425" tIns="45700" rIns="91425" bIns="45700" anchor="t" anchorCtr="0">
            <a:noAutofit/>
          </a:bodyPr>
          <a:lstStyle/>
          <a:p>
            <a:pPr marL="0" lvl="0" indent="0" algn="l" rtl="0">
              <a:lnSpc>
                <a:spcPct val="140001"/>
              </a:lnSpc>
              <a:spcBef>
                <a:spcPts val="0"/>
              </a:spcBef>
              <a:spcAft>
                <a:spcPts val="0"/>
              </a:spcAft>
              <a:buNone/>
            </a:pPr>
            <a:r>
              <a:rPr lang="pt-PT" sz="1480">
                <a:solidFill>
                  <a:srgbClr val="494949"/>
                </a:solidFill>
                <a:latin typeface="Barlow Semi Condensed"/>
                <a:ea typeface="Barlow Semi Condensed"/>
                <a:cs typeface="Barlow Semi Condensed"/>
                <a:sym typeface="Barlow Semi Condensed"/>
              </a:rPr>
              <a:t>Infrastructure is used only by one organization.</a:t>
            </a:r>
            <a:endParaRPr sz="1480">
              <a:solidFill>
                <a:srgbClr val="494949"/>
              </a:solidFill>
              <a:latin typeface="Barlow Semi Condensed"/>
              <a:ea typeface="Barlow Semi Condensed"/>
              <a:cs typeface="Barlow Semi Condensed"/>
              <a:sym typeface="Barlow Semi Condensed"/>
            </a:endParaRPr>
          </a:p>
          <a:p>
            <a:pPr marL="457200" lvl="0" indent="-322580" algn="l" rtl="0">
              <a:lnSpc>
                <a:spcPct val="140001"/>
              </a:lnSpc>
              <a:spcBef>
                <a:spcPts val="0"/>
              </a:spcBef>
              <a:spcAft>
                <a:spcPts val="0"/>
              </a:spcAft>
              <a:buClr>
                <a:srgbClr val="494949"/>
              </a:buClr>
              <a:buSzPts val="1480"/>
              <a:buFont typeface="Barlow Semi Condensed"/>
              <a:buChar char="-"/>
            </a:pPr>
            <a:r>
              <a:rPr lang="pt-PT" sz="1480">
                <a:solidFill>
                  <a:srgbClr val="494949"/>
                </a:solidFill>
                <a:latin typeface="Barlow Semi Condensed"/>
                <a:ea typeface="Barlow Semi Condensed"/>
                <a:cs typeface="Barlow Semi Condensed"/>
                <a:sym typeface="Barlow Semi Condensed"/>
              </a:rPr>
              <a:t>more control and security  </a:t>
            </a:r>
            <a:endParaRPr sz="1480">
              <a:solidFill>
                <a:srgbClr val="494949"/>
              </a:solidFill>
              <a:latin typeface="Barlow Semi Condensed"/>
              <a:ea typeface="Barlow Semi Condensed"/>
              <a:cs typeface="Barlow Semi Condensed"/>
              <a:sym typeface="Barlow Semi Condensed"/>
            </a:endParaRPr>
          </a:p>
        </p:txBody>
      </p:sp>
      <p:sp>
        <p:nvSpPr>
          <p:cNvPr id="505" name="Google Shape;505;p17"/>
          <p:cNvSpPr/>
          <p:nvPr/>
        </p:nvSpPr>
        <p:spPr>
          <a:xfrm>
            <a:off x="619263" y="3488425"/>
            <a:ext cx="79053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040">
                <a:solidFill>
                  <a:srgbClr val="494949"/>
                </a:solidFill>
                <a:latin typeface="Fjalla One"/>
                <a:ea typeface="Fjalla One"/>
                <a:cs typeface="Fjalla One"/>
                <a:sym typeface="Fjalla One"/>
              </a:rPr>
              <a:t>Hybrid Cloud</a:t>
            </a:r>
            <a:endParaRPr sz="2040" b="0" i="0" u="none" strike="noStrike" cap="none">
              <a:solidFill>
                <a:srgbClr val="000000"/>
              </a:solidFill>
              <a:latin typeface="Noto Sans Symbols"/>
              <a:ea typeface="Noto Sans Symbols"/>
              <a:cs typeface="Noto Sans Symbols"/>
              <a:sym typeface="Noto Sans Symbols"/>
            </a:endParaRPr>
          </a:p>
        </p:txBody>
      </p:sp>
      <p:sp>
        <p:nvSpPr>
          <p:cNvPr id="506" name="Google Shape;506;p17"/>
          <p:cNvSpPr/>
          <p:nvPr/>
        </p:nvSpPr>
        <p:spPr>
          <a:xfrm>
            <a:off x="619438" y="3929322"/>
            <a:ext cx="7905300" cy="651900"/>
          </a:xfrm>
          <a:prstGeom prst="rect">
            <a:avLst/>
          </a:prstGeom>
          <a:noFill/>
          <a:ln>
            <a:noFill/>
          </a:ln>
        </p:spPr>
        <p:txBody>
          <a:bodyPr spcFirstLastPara="1" wrap="square" lIns="91425" tIns="45700" rIns="91425" bIns="45700" anchor="t" anchorCtr="0">
            <a:noAutofit/>
          </a:bodyPr>
          <a:lstStyle/>
          <a:p>
            <a:pPr marL="0" lvl="0" indent="0" algn="l" rtl="0">
              <a:lnSpc>
                <a:spcPct val="140001"/>
              </a:lnSpc>
              <a:spcBef>
                <a:spcPts val="0"/>
              </a:spcBef>
              <a:spcAft>
                <a:spcPts val="0"/>
              </a:spcAft>
              <a:buNone/>
            </a:pPr>
            <a:r>
              <a:rPr lang="pt-PT" sz="1480">
                <a:solidFill>
                  <a:srgbClr val="494949"/>
                </a:solidFill>
                <a:latin typeface="Barlow Semi Condensed"/>
                <a:ea typeface="Barlow Semi Condensed"/>
                <a:cs typeface="Barlow Semi Condensed"/>
                <a:sym typeface="Barlow Semi Condensed"/>
              </a:rPr>
              <a:t>A combination of the public and private clouds.</a:t>
            </a:r>
            <a:endParaRPr sz="1480">
              <a:solidFill>
                <a:srgbClr val="494949"/>
              </a:solidFill>
              <a:latin typeface="Barlow Semi Condensed"/>
              <a:ea typeface="Barlow Semi Condensed"/>
              <a:cs typeface="Barlow Semi Condensed"/>
              <a:sym typeface="Barlow Semi Condensed"/>
            </a:endParaRPr>
          </a:p>
        </p:txBody>
      </p:sp>
      <p:pic>
        <p:nvPicPr>
          <p:cNvPr id="507" name="Google Shape;507;p17" descr="Cloud computing technology and online data storage in innovative perception (fornecida por Getty Images)"/>
          <p:cNvPicPr preferRelativeResize="0"/>
          <p:nvPr/>
        </p:nvPicPr>
        <p:blipFill>
          <a:blip r:embed="rId3">
            <a:alphaModFix/>
          </a:blip>
          <a:stretch>
            <a:fillRect/>
          </a:stretch>
        </p:blipFill>
        <p:spPr>
          <a:xfrm>
            <a:off x="4447200" y="1602650"/>
            <a:ext cx="4362675" cy="2762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pic>
        <p:nvPicPr>
          <p:cNvPr id="512" name="Google Shape;512;p18"/>
          <p:cNvPicPr preferRelativeResize="0"/>
          <p:nvPr/>
        </p:nvPicPr>
        <p:blipFill rotWithShape="1">
          <a:blip r:embed="rId3">
            <a:alphaModFix/>
          </a:blip>
          <a:srcRect/>
          <a:stretch/>
        </p:blipFill>
        <p:spPr>
          <a:xfrm>
            <a:off x="228600" y="257040"/>
            <a:ext cx="4114440" cy="4628879"/>
          </a:xfrm>
          <a:prstGeom prst="rect">
            <a:avLst/>
          </a:prstGeom>
          <a:noFill/>
          <a:ln>
            <a:noFill/>
          </a:ln>
        </p:spPr>
      </p:pic>
      <p:sp>
        <p:nvSpPr>
          <p:cNvPr id="513" name="Google Shape;513;p18"/>
          <p:cNvSpPr/>
          <p:nvPr/>
        </p:nvSpPr>
        <p:spPr>
          <a:xfrm>
            <a:off x="5048280" y="619200"/>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a:t>
            </a:r>
            <a:r>
              <a:rPr lang="pt-PT" sz="4625">
                <a:solidFill>
                  <a:srgbClr val="494949"/>
                </a:solidFill>
                <a:latin typeface="Fjalla One"/>
                <a:ea typeface="Fjalla One"/>
                <a:cs typeface="Fjalla One"/>
                <a:sym typeface="Fjalla One"/>
              </a:rPr>
              <a:t>3</a:t>
            </a:r>
            <a:endParaRPr sz="4625" b="0" i="0" u="none" strike="noStrike" cap="none">
              <a:solidFill>
                <a:srgbClr val="000000"/>
              </a:solidFill>
              <a:latin typeface="Noto Sans Symbols"/>
              <a:ea typeface="Noto Sans Symbols"/>
              <a:cs typeface="Noto Sans Symbols"/>
              <a:sym typeface="Noto Sans Symbols"/>
            </a:endParaRPr>
          </a:p>
        </p:txBody>
      </p:sp>
      <p:sp>
        <p:nvSpPr>
          <p:cNvPr id="514" name="Google Shape;514;p18"/>
          <p:cNvSpPr/>
          <p:nvPr/>
        </p:nvSpPr>
        <p:spPr>
          <a:xfrm>
            <a:off x="5048275" y="1428862"/>
            <a:ext cx="3476100" cy="2653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Advantages and Disadvantages of Cloud Computing</a:t>
            </a:r>
            <a:endParaRPr sz="4000" b="0" i="0" u="none" strike="noStrike" cap="none">
              <a:solidFill>
                <a:srgbClr val="000000"/>
              </a:solidFill>
              <a:latin typeface="Noto Sans Symbols"/>
              <a:ea typeface="Noto Sans Symbols"/>
              <a:cs typeface="Noto Sans Symbols"/>
              <a:sym typeface="Noto Sans Symbols"/>
            </a:endParaRPr>
          </a:p>
        </p:txBody>
      </p:sp>
      <p:sp>
        <p:nvSpPr>
          <p:cNvPr id="515" name="Google Shape;515;p18"/>
          <p:cNvSpPr/>
          <p:nvPr/>
        </p:nvSpPr>
        <p:spPr>
          <a:xfrm>
            <a:off x="4966630" y="4252075"/>
            <a:ext cx="34761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pic>
        <p:nvPicPr>
          <p:cNvPr id="516" name="Google Shape;516;p18" descr="Cloud computing technology and online data storage for business network concept. (fornecida por Getty Images)"/>
          <p:cNvPicPr preferRelativeResize="0"/>
          <p:nvPr/>
        </p:nvPicPr>
        <p:blipFill>
          <a:blip r:embed="rId4">
            <a:alphaModFix/>
          </a:blip>
          <a:stretch>
            <a:fillRect/>
          </a:stretch>
        </p:blipFill>
        <p:spPr>
          <a:xfrm>
            <a:off x="228600" y="257050"/>
            <a:ext cx="4114452" cy="237465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521" name="Google Shape;521;p19"/>
          <p:cNvSpPr/>
          <p:nvPr/>
        </p:nvSpPr>
        <p:spPr>
          <a:xfrm>
            <a:off x="619200" y="619200"/>
            <a:ext cx="4973400" cy="361500"/>
          </a:xfrm>
          <a:prstGeom prst="rect">
            <a:avLst/>
          </a:prstGeom>
          <a:noFill/>
          <a:ln>
            <a:noFill/>
          </a:ln>
        </p:spPr>
        <p:txBody>
          <a:bodyPr spcFirstLastPara="1" wrap="square" lIns="91425" tIns="45700" rIns="91425" bIns="45700" anchor="t" anchorCtr="0">
            <a:noAutofit/>
          </a:bodyPr>
          <a:lstStyle/>
          <a:p>
            <a:pPr marL="0" lvl="0" indent="0" algn="l" rtl="0">
              <a:lnSpc>
                <a:spcPct val="80001"/>
              </a:lnSpc>
              <a:spcBef>
                <a:spcPts val="0"/>
              </a:spcBef>
              <a:spcAft>
                <a:spcPts val="0"/>
              </a:spcAft>
              <a:buNone/>
            </a:pPr>
            <a:r>
              <a:rPr lang="pt-PT" sz="2240">
                <a:solidFill>
                  <a:schemeClr val="dk2"/>
                </a:solidFill>
                <a:latin typeface="Fjalla One"/>
                <a:ea typeface="Fjalla One"/>
                <a:cs typeface="Fjalla One"/>
                <a:sym typeface="Fjalla One"/>
              </a:rPr>
              <a:t>Key Benefits of Cloud Computing</a:t>
            </a:r>
            <a:endParaRPr sz="2240">
              <a:latin typeface="Noto Sans Symbols"/>
              <a:ea typeface="Noto Sans Symbols"/>
              <a:cs typeface="Noto Sans Symbols"/>
              <a:sym typeface="Noto Sans Symbols"/>
            </a:endParaRPr>
          </a:p>
          <a:p>
            <a:pPr marL="0" marR="0" lvl="0" indent="0" algn="l" rtl="0">
              <a:lnSpc>
                <a:spcPct val="80001"/>
              </a:lnSpc>
              <a:spcBef>
                <a:spcPts val="0"/>
              </a:spcBef>
              <a:spcAft>
                <a:spcPts val="0"/>
              </a:spcAft>
              <a:buNone/>
            </a:pPr>
            <a:endParaRPr sz="2040">
              <a:solidFill>
                <a:srgbClr val="494949"/>
              </a:solidFill>
              <a:latin typeface="Fjalla One"/>
              <a:ea typeface="Fjalla One"/>
              <a:cs typeface="Fjalla One"/>
              <a:sym typeface="Fjalla One"/>
            </a:endParaRPr>
          </a:p>
        </p:txBody>
      </p:sp>
      <p:sp>
        <p:nvSpPr>
          <p:cNvPr id="522" name="Google Shape;522;p19"/>
          <p:cNvSpPr/>
          <p:nvPr/>
        </p:nvSpPr>
        <p:spPr>
          <a:xfrm>
            <a:off x="619200" y="1326675"/>
            <a:ext cx="3476100" cy="33918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200000"/>
              </a:lnSpc>
              <a:spcBef>
                <a:spcPts val="0"/>
              </a:spcBef>
              <a:spcAft>
                <a:spcPts val="0"/>
              </a:spcAft>
              <a:buClr>
                <a:srgbClr val="494949"/>
              </a:buClr>
              <a:buSzPts val="1600"/>
              <a:buFont typeface="Barlow Semi Condensed"/>
              <a:buChar char="●"/>
            </a:pPr>
            <a:r>
              <a:rPr lang="pt-PT" sz="1600" dirty="0" err="1">
                <a:solidFill>
                  <a:srgbClr val="494949"/>
                </a:solidFill>
                <a:latin typeface="Barlow Semi Condensed"/>
                <a:ea typeface="Barlow Semi Condensed"/>
                <a:cs typeface="Barlow Semi Condensed"/>
                <a:sym typeface="Barlow Semi Condensed"/>
              </a:rPr>
              <a:t>Cost</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Efficiency</a:t>
            </a:r>
            <a:endParaRPr sz="1600" dirty="0">
              <a:solidFill>
                <a:srgbClr val="494949"/>
              </a:solidFill>
              <a:latin typeface="Barlow Semi Condensed"/>
              <a:ea typeface="Barlow Semi Condensed"/>
              <a:cs typeface="Barlow Semi Condensed"/>
              <a:sym typeface="Barlow Semi Condensed"/>
            </a:endParaRPr>
          </a:p>
          <a:p>
            <a:pPr marL="457200" marR="0" lvl="0" indent="-330200" algn="l" rtl="0">
              <a:lnSpc>
                <a:spcPct val="200000"/>
              </a:lnSpc>
              <a:spcBef>
                <a:spcPts val="0"/>
              </a:spcBef>
              <a:spcAft>
                <a:spcPts val="0"/>
              </a:spcAft>
              <a:buClr>
                <a:srgbClr val="494949"/>
              </a:buClr>
              <a:buSzPts val="1600"/>
              <a:buFont typeface="Barlow Semi Condensed"/>
              <a:buChar char="●"/>
            </a:pPr>
            <a:r>
              <a:rPr lang="pt-PT" sz="1600" dirty="0" err="1">
                <a:solidFill>
                  <a:srgbClr val="494949"/>
                </a:solidFill>
                <a:latin typeface="Barlow Semi Condensed"/>
                <a:ea typeface="Barlow Semi Condensed"/>
                <a:cs typeface="Barlow Semi Condensed"/>
                <a:sym typeface="Barlow Semi Condensed"/>
              </a:rPr>
              <a:t>Scalability</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and</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Flexibility</a:t>
            </a:r>
            <a:endParaRPr sz="1600" dirty="0">
              <a:solidFill>
                <a:srgbClr val="494949"/>
              </a:solidFill>
              <a:latin typeface="Barlow Semi Condensed"/>
              <a:ea typeface="Barlow Semi Condensed"/>
              <a:cs typeface="Barlow Semi Condensed"/>
              <a:sym typeface="Barlow Semi Condensed"/>
            </a:endParaRPr>
          </a:p>
          <a:p>
            <a:pPr marL="457200" marR="0" lvl="0" indent="-330200" algn="l" rtl="0">
              <a:lnSpc>
                <a:spcPct val="200000"/>
              </a:lnSpc>
              <a:spcBef>
                <a:spcPts val="0"/>
              </a:spcBef>
              <a:spcAft>
                <a:spcPts val="0"/>
              </a:spcAft>
              <a:buClr>
                <a:srgbClr val="494949"/>
              </a:buClr>
              <a:buSzPts val="1600"/>
              <a:buFont typeface="Barlow Semi Condensed"/>
              <a:buChar char="●"/>
            </a:pPr>
            <a:r>
              <a:rPr lang="pt-PT" sz="1600" dirty="0" err="1">
                <a:solidFill>
                  <a:srgbClr val="494949"/>
                </a:solidFill>
                <a:latin typeface="Barlow Semi Condensed"/>
                <a:ea typeface="Barlow Semi Condensed"/>
                <a:cs typeface="Barlow Semi Condensed"/>
                <a:sym typeface="Barlow Semi Condensed"/>
              </a:rPr>
              <a:t>Accessibility</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and</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Remote</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collaboration</a:t>
            </a:r>
            <a:endParaRPr sz="1600" dirty="0">
              <a:solidFill>
                <a:srgbClr val="494949"/>
              </a:solidFill>
              <a:latin typeface="Barlow Semi Condensed"/>
              <a:ea typeface="Barlow Semi Condensed"/>
              <a:cs typeface="Barlow Semi Condensed"/>
              <a:sym typeface="Barlow Semi Condensed"/>
            </a:endParaRPr>
          </a:p>
          <a:p>
            <a:pPr marL="457200" marR="0" lvl="0" indent="-330200" algn="l" rtl="0">
              <a:lnSpc>
                <a:spcPct val="200000"/>
              </a:lnSpc>
              <a:spcBef>
                <a:spcPts val="0"/>
              </a:spcBef>
              <a:spcAft>
                <a:spcPts val="0"/>
              </a:spcAft>
              <a:buClr>
                <a:srgbClr val="494949"/>
              </a:buClr>
              <a:buSzPts val="1600"/>
              <a:buFont typeface="Barlow Semi Condensed"/>
              <a:buChar char="●"/>
            </a:pPr>
            <a:r>
              <a:rPr lang="pt-PT" sz="1600" dirty="0" err="1">
                <a:solidFill>
                  <a:srgbClr val="494949"/>
                </a:solidFill>
                <a:latin typeface="Barlow Semi Condensed"/>
                <a:ea typeface="Barlow Semi Condensed"/>
                <a:cs typeface="Barlow Semi Condensed"/>
                <a:sym typeface="Barlow Semi Condensed"/>
              </a:rPr>
              <a:t>Security</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and</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compliance</a:t>
            </a:r>
            <a:endParaRPr sz="1600" dirty="0">
              <a:solidFill>
                <a:srgbClr val="494949"/>
              </a:solidFill>
              <a:latin typeface="Barlow Semi Condensed"/>
              <a:ea typeface="Barlow Semi Condensed"/>
              <a:cs typeface="Barlow Semi Condensed"/>
              <a:sym typeface="Barlow Semi Condensed"/>
            </a:endParaRPr>
          </a:p>
          <a:p>
            <a:pPr marL="457200" marR="0" lvl="0" indent="-330200" algn="l" rtl="0">
              <a:lnSpc>
                <a:spcPct val="200000"/>
              </a:lnSpc>
              <a:spcBef>
                <a:spcPts val="0"/>
              </a:spcBef>
              <a:spcAft>
                <a:spcPts val="0"/>
              </a:spcAft>
              <a:buClr>
                <a:srgbClr val="494949"/>
              </a:buClr>
              <a:buSzPts val="1600"/>
              <a:buFont typeface="Barlow Semi Condensed"/>
              <a:buChar char="●"/>
            </a:pPr>
            <a:r>
              <a:rPr lang="pt-PT" sz="1600" dirty="0" err="1">
                <a:solidFill>
                  <a:srgbClr val="494949"/>
                </a:solidFill>
                <a:latin typeface="Barlow Semi Condensed"/>
                <a:ea typeface="Barlow Semi Condensed"/>
                <a:cs typeface="Barlow Semi Condensed"/>
                <a:sym typeface="Barlow Semi Condensed"/>
              </a:rPr>
              <a:t>Disaster</a:t>
            </a:r>
            <a:r>
              <a:rPr lang="pt-PT" sz="1600" dirty="0">
                <a:solidFill>
                  <a:srgbClr val="494949"/>
                </a:solidFill>
                <a:latin typeface="Barlow Semi Condensed"/>
                <a:ea typeface="Barlow Semi Condensed"/>
                <a:cs typeface="Barlow Semi Condensed"/>
                <a:sym typeface="Barlow Semi Condensed"/>
              </a:rPr>
              <a:t> </a:t>
            </a:r>
            <a:r>
              <a:rPr lang="pt-PT" sz="1600" dirty="0" err="1">
                <a:solidFill>
                  <a:srgbClr val="494949"/>
                </a:solidFill>
                <a:latin typeface="Barlow Semi Condensed"/>
                <a:ea typeface="Barlow Semi Condensed"/>
                <a:cs typeface="Barlow Semi Condensed"/>
                <a:sym typeface="Barlow Semi Condensed"/>
              </a:rPr>
              <a:t>Recovery</a:t>
            </a:r>
            <a:endParaRPr sz="1600" dirty="0">
              <a:solidFill>
                <a:srgbClr val="494949"/>
              </a:solidFill>
              <a:latin typeface="Barlow Semi Condensed"/>
              <a:ea typeface="Barlow Semi Condensed"/>
              <a:cs typeface="Barlow Semi Condensed"/>
              <a:sym typeface="Barlow Semi Condensed"/>
            </a:endParaRPr>
          </a:p>
          <a:p>
            <a:pPr marL="457200" marR="0" lvl="0" indent="-330200" algn="l" rtl="0">
              <a:lnSpc>
                <a:spcPct val="200000"/>
              </a:lnSpc>
              <a:spcBef>
                <a:spcPts val="0"/>
              </a:spcBef>
              <a:spcAft>
                <a:spcPts val="0"/>
              </a:spcAft>
              <a:buClr>
                <a:srgbClr val="494949"/>
              </a:buClr>
              <a:buSzPts val="1600"/>
              <a:buFont typeface="Barlow Semi Condensed"/>
              <a:buChar char="●"/>
            </a:pPr>
            <a:r>
              <a:rPr lang="pt-PT" sz="1600" dirty="0">
                <a:solidFill>
                  <a:srgbClr val="494949"/>
                </a:solidFill>
                <a:latin typeface="Barlow Semi Condensed"/>
                <a:ea typeface="Barlow Semi Condensed"/>
                <a:cs typeface="Barlow Semi Condensed"/>
                <a:sym typeface="Barlow Semi Condensed"/>
              </a:rPr>
              <a:t>Business </a:t>
            </a:r>
            <a:r>
              <a:rPr lang="pt-PT" sz="1600" dirty="0" err="1">
                <a:solidFill>
                  <a:srgbClr val="494949"/>
                </a:solidFill>
                <a:latin typeface="Barlow Semi Condensed"/>
                <a:ea typeface="Barlow Semi Condensed"/>
                <a:cs typeface="Barlow Semi Condensed"/>
                <a:sym typeface="Barlow Semi Condensed"/>
              </a:rPr>
              <a:t>Continuity</a:t>
            </a:r>
            <a:endParaRPr sz="1600" dirty="0">
              <a:solidFill>
                <a:srgbClr val="494949"/>
              </a:solidFill>
              <a:latin typeface="Barlow Semi Condensed"/>
              <a:ea typeface="Barlow Semi Condensed"/>
              <a:cs typeface="Barlow Semi Condensed"/>
              <a:sym typeface="Barlow Semi Condensed"/>
            </a:endParaRPr>
          </a:p>
        </p:txBody>
      </p:sp>
      <p:pic>
        <p:nvPicPr>
          <p:cNvPr id="523" name="Google Shape;523;p19" descr="Cloud computing technology and online data storage in innovative perception (fornecida por Getty Images)"/>
          <p:cNvPicPr preferRelativeResize="0"/>
          <p:nvPr/>
        </p:nvPicPr>
        <p:blipFill>
          <a:blip r:embed="rId3">
            <a:alphaModFix/>
          </a:blip>
          <a:stretch>
            <a:fillRect/>
          </a:stretch>
        </p:blipFill>
        <p:spPr>
          <a:xfrm>
            <a:off x="4572000" y="0"/>
            <a:ext cx="4572001" cy="2504870"/>
          </a:xfrm>
          <a:prstGeom prst="rect">
            <a:avLst/>
          </a:prstGeom>
          <a:noFill/>
          <a:ln>
            <a:noFill/>
          </a:ln>
        </p:spPr>
      </p:pic>
      <p:sp>
        <p:nvSpPr>
          <p:cNvPr id="524" name="Google Shape;524;p19"/>
          <p:cNvSpPr/>
          <p:nvPr/>
        </p:nvSpPr>
        <p:spPr>
          <a:xfrm>
            <a:off x="4572000" y="3022575"/>
            <a:ext cx="4122900" cy="16551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800">
                <a:solidFill>
                  <a:srgbClr val="494949"/>
                </a:solidFill>
                <a:latin typeface="Barlow Semi Condensed"/>
                <a:ea typeface="Barlow Semi Condensed"/>
                <a:cs typeface="Barlow Semi Condensed"/>
                <a:sym typeface="Barlow Semi Condensed"/>
              </a:rPr>
              <a:t>Cloud services advantages are significant, it can be a way for companies to </a:t>
            </a:r>
            <a:r>
              <a:rPr lang="pt-PT" sz="1800" b="1">
                <a:solidFill>
                  <a:srgbClr val="494949"/>
                </a:solidFill>
                <a:latin typeface="Barlow Semi Condensed"/>
                <a:ea typeface="Barlow Semi Condensed"/>
                <a:cs typeface="Barlow Semi Condensed"/>
                <a:sym typeface="Barlow Semi Condensed"/>
              </a:rPr>
              <a:t>reduce their carbon footprint by as much as 30%</a:t>
            </a:r>
            <a:endParaRPr sz="1800" b="1" i="0" u="none" strike="noStrike" cap="non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20"/>
          <p:cNvSpPr/>
          <p:nvPr/>
        </p:nvSpPr>
        <p:spPr>
          <a:xfrm>
            <a:off x="619200" y="435507"/>
            <a:ext cx="4238700" cy="3198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040">
                <a:solidFill>
                  <a:srgbClr val="494949"/>
                </a:solidFill>
                <a:latin typeface="Fjalla One"/>
                <a:ea typeface="Fjalla One"/>
                <a:cs typeface="Fjalla One"/>
                <a:sym typeface="Fjalla One"/>
              </a:rPr>
              <a:t>Disadvantages of Cloud Computing</a:t>
            </a:r>
            <a:endParaRPr sz="2040" b="0" i="0" u="none" strike="noStrike" cap="none">
              <a:solidFill>
                <a:srgbClr val="000000"/>
              </a:solidFill>
              <a:latin typeface="Noto Sans Symbols"/>
              <a:ea typeface="Noto Sans Symbols"/>
              <a:cs typeface="Noto Sans Symbols"/>
              <a:sym typeface="Noto Sans Symbols"/>
            </a:endParaRPr>
          </a:p>
        </p:txBody>
      </p:sp>
      <p:sp>
        <p:nvSpPr>
          <p:cNvPr id="530" name="Google Shape;530;p20"/>
          <p:cNvSpPr/>
          <p:nvPr/>
        </p:nvSpPr>
        <p:spPr>
          <a:xfrm>
            <a:off x="619200" y="1285850"/>
            <a:ext cx="4238700" cy="36366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75000"/>
              </a:lnSpc>
              <a:spcBef>
                <a:spcPts val="0"/>
              </a:spcBef>
              <a:spcAft>
                <a:spcPts val="0"/>
              </a:spcAft>
              <a:buClr>
                <a:srgbClr val="000000"/>
              </a:buClr>
              <a:buSzPts val="1600"/>
              <a:buFont typeface="Noto Sans Symbols"/>
              <a:buChar char="❖"/>
            </a:pPr>
            <a:r>
              <a:rPr lang="pt-PT" sz="1600">
                <a:latin typeface="Noto Sans Symbols"/>
                <a:ea typeface="Noto Sans Symbols"/>
                <a:cs typeface="Noto Sans Symbols"/>
                <a:sym typeface="Noto Sans Symbols"/>
              </a:rPr>
              <a:t>Ongoing operational costs</a:t>
            </a:r>
            <a:endParaRPr sz="1600">
              <a:latin typeface="Noto Sans Symbols"/>
              <a:ea typeface="Noto Sans Symbols"/>
              <a:cs typeface="Noto Sans Symbols"/>
              <a:sym typeface="Noto Sans Symbols"/>
            </a:endParaRPr>
          </a:p>
          <a:p>
            <a:pPr marL="457200" marR="0" lvl="0" indent="-330200" algn="l" rtl="0">
              <a:lnSpc>
                <a:spcPct val="175000"/>
              </a:lnSpc>
              <a:spcBef>
                <a:spcPts val="0"/>
              </a:spcBef>
              <a:spcAft>
                <a:spcPts val="0"/>
              </a:spcAft>
              <a:buSzPts val="1600"/>
              <a:buFont typeface="Noto Sans Symbols"/>
              <a:buChar char="❖"/>
            </a:pPr>
            <a:r>
              <a:rPr lang="pt-PT" sz="1600">
                <a:latin typeface="Noto Sans Symbols"/>
                <a:ea typeface="Noto Sans Symbols"/>
                <a:cs typeface="Noto Sans Symbols"/>
                <a:sym typeface="Noto Sans Symbols"/>
              </a:rPr>
              <a:t>Security risks and Data Privacy concerns</a:t>
            </a:r>
            <a:endParaRPr sz="1600">
              <a:latin typeface="Noto Sans Symbols"/>
              <a:ea typeface="Noto Sans Symbols"/>
              <a:cs typeface="Noto Sans Symbols"/>
              <a:sym typeface="Noto Sans Symbols"/>
            </a:endParaRPr>
          </a:p>
          <a:p>
            <a:pPr marL="457200" marR="0" lvl="0" indent="-330200" algn="l" rtl="0">
              <a:lnSpc>
                <a:spcPct val="175000"/>
              </a:lnSpc>
              <a:spcBef>
                <a:spcPts val="0"/>
              </a:spcBef>
              <a:spcAft>
                <a:spcPts val="0"/>
              </a:spcAft>
              <a:buSzPts val="1600"/>
              <a:buFont typeface="Noto Sans Symbols"/>
              <a:buChar char="❖"/>
            </a:pPr>
            <a:r>
              <a:rPr lang="pt-PT" sz="1600">
                <a:latin typeface="Noto Sans Symbols"/>
                <a:ea typeface="Noto Sans Symbols"/>
                <a:cs typeface="Noto Sans Symbols"/>
                <a:sym typeface="Noto Sans Symbols"/>
              </a:rPr>
              <a:t>Reliability issues (performance issues, dependent on network</a:t>
            </a:r>
            <a:r>
              <a:rPr lang="pt-PT" sz="1100" b="1"/>
              <a:t> </a:t>
            </a:r>
            <a:r>
              <a:rPr lang="pt-PT" sz="1700"/>
              <a:t>connection)</a:t>
            </a:r>
            <a:endParaRPr sz="1700"/>
          </a:p>
          <a:p>
            <a:pPr marL="457200" marR="0" lvl="0" indent="-330200" algn="l" rtl="0">
              <a:lnSpc>
                <a:spcPct val="175000"/>
              </a:lnSpc>
              <a:spcBef>
                <a:spcPts val="0"/>
              </a:spcBef>
              <a:spcAft>
                <a:spcPts val="0"/>
              </a:spcAft>
              <a:buSzPts val="1600"/>
              <a:buFont typeface="Noto Sans Symbols"/>
              <a:buChar char="❖"/>
            </a:pPr>
            <a:r>
              <a:rPr lang="pt-PT" sz="1600">
                <a:latin typeface="Noto Sans Symbols"/>
                <a:ea typeface="Noto Sans Symbols"/>
                <a:cs typeface="Noto Sans Symbols"/>
                <a:sym typeface="Noto Sans Symbols"/>
              </a:rPr>
              <a:t>Limited control over infrastructure</a:t>
            </a:r>
            <a:endParaRPr sz="1600">
              <a:latin typeface="Noto Sans Symbols"/>
              <a:ea typeface="Noto Sans Symbols"/>
              <a:cs typeface="Noto Sans Symbols"/>
              <a:sym typeface="Noto Sans Symbols"/>
            </a:endParaRPr>
          </a:p>
        </p:txBody>
      </p:sp>
      <p:pic>
        <p:nvPicPr>
          <p:cNvPr id="531" name="Google Shape;531;p20" descr="Cloud computing technology and online data storage for business network concept. (fornecida por Getty Images)"/>
          <p:cNvPicPr preferRelativeResize="0"/>
          <p:nvPr/>
        </p:nvPicPr>
        <p:blipFill>
          <a:blip r:embed="rId3">
            <a:alphaModFix/>
          </a:blip>
          <a:stretch>
            <a:fillRect/>
          </a:stretch>
        </p:blipFill>
        <p:spPr>
          <a:xfrm>
            <a:off x="5156382" y="157096"/>
            <a:ext cx="3831398" cy="1858040"/>
          </a:xfrm>
          <a:prstGeom prst="rect">
            <a:avLst/>
          </a:prstGeom>
          <a:noFill/>
          <a:ln>
            <a:noFill/>
          </a:ln>
        </p:spPr>
      </p:pic>
      <p:pic>
        <p:nvPicPr>
          <p:cNvPr id="532" name="Google Shape;532;p20" descr="Cloud computing technology and online data storage for business network concept. (fornecida por Getty Images)"/>
          <p:cNvPicPr preferRelativeResize="0"/>
          <p:nvPr/>
        </p:nvPicPr>
        <p:blipFill>
          <a:blip r:embed="rId4">
            <a:alphaModFix/>
          </a:blip>
          <a:stretch>
            <a:fillRect/>
          </a:stretch>
        </p:blipFill>
        <p:spPr>
          <a:xfrm>
            <a:off x="5156382" y="2011535"/>
            <a:ext cx="3831398" cy="259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21"/>
          <p:cNvSpPr/>
          <p:nvPr/>
        </p:nvSpPr>
        <p:spPr>
          <a:xfrm>
            <a:off x="5170755" y="1557475"/>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a:t>
            </a:r>
            <a:r>
              <a:rPr lang="pt-PT" sz="4625">
                <a:solidFill>
                  <a:srgbClr val="494949"/>
                </a:solidFill>
                <a:latin typeface="Fjalla One"/>
                <a:ea typeface="Fjalla One"/>
                <a:cs typeface="Fjalla One"/>
                <a:sym typeface="Fjalla One"/>
              </a:rPr>
              <a:t>4</a:t>
            </a:r>
            <a:endParaRPr sz="4625" b="0" i="0" u="none" strike="noStrike" cap="none">
              <a:solidFill>
                <a:srgbClr val="000000"/>
              </a:solidFill>
              <a:latin typeface="Noto Sans Symbols"/>
              <a:ea typeface="Noto Sans Symbols"/>
              <a:cs typeface="Noto Sans Symbols"/>
              <a:sym typeface="Noto Sans Symbols"/>
            </a:endParaRPr>
          </a:p>
        </p:txBody>
      </p:sp>
      <p:sp>
        <p:nvSpPr>
          <p:cNvPr id="538" name="Google Shape;538;p21"/>
          <p:cNvSpPr/>
          <p:nvPr/>
        </p:nvSpPr>
        <p:spPr>
          <a:xfrm>
            <a:off x="5170755" y="2367115"/>
            <a:ext cx="3476100" cy="1218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Cloud vs Local servers</a:t>
            </a:r>
            <a:endParaRPr sz="4000" b="0" i="0" u="none" strike="noStrike" cap="none">
              <a:solidFill>
                <a:srgbClr val="000000"/>
              </a:solidFill>
              <a:latin typeface="Noto Sans Symbols"/>
              <a:ea typeface="Noto Sans Symbols"/>
              <a:cs typeface="Noto Sans Symbols"/>
              <a:sym typeface="Noto Sans Symbols"/>
            </a:endParaRPr>
          </a:p>
        </p:txBody>
      </p:sp>
      <p:sp>
        <p:nvSpPr>
          <p:cNvPr id="539" name="Google Shape;539;p21"/>
          <p:cNvSpPr/>
          <p:nvPr/>
        </p:nvSpPr>
        <p:spPr>
          <a:xfrm>
            <a:off x="5048280" y="3333600"/>
            <a:ext cx="34761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pic>
        <p:nvPicPr>
          <p:cNvPr id="540" name="Google Shape;540;p21" descr="Hardware developer Collect data (fornecida por Getty Images)"/>
          <p:cNvPicPr preferRelativeResize="0"/>
          <p:nvPr/>
        </p:nvPicPr>
        <p:blipFill>
          <a:blip r:embed="rId3">
            <a:alphaModFix/>
          </a:blip>
          <a:stretch>
            <a:fillRect/>
          </a:stretch>
        </p:blipFill>
        <p:spPr>
          <a:xfrm>
            <a:off x="800050" y="0"/>
            <a:ext cx="3985884" cy="2656601"/>
          </a:xfrm>
          <a:prstGeom prst="rect">
            <a:avLst/>
          </a:prstGeom>
          <a:noFill/>
          <a:ln>
            <a:noFill/>
          </a:ln>
        </p:spPr>
      </p:pic>
      <p:pic>
        <p:nvPicPr>
          <p:cNvPr id="541" name="Google Shape;541;p21" descr="Macro Of Cloud Upload And Download Buttons On A White Keyboard (fornecida por Getty Images)"/>
          <p:cNvPicPr preferRelativeResize="0"/>
          <p:nvPr/>
        </p:nvPicPr>
        <p:blipFill>
          <a:blip r:embed="rId4">
            <a:alphaModFix/>
          </a:blip>
          <a:stretch>
            <a:fillRect/>
          </a:stretch>
        </p:blipFill>
        <p:spPr>
          <a:xfrm>
            <a:off x="800055" y="2656610"/>
            <a:ext cx="3985884" cy="248689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pic>
        <p:nvPicPr>
          <p:cNvPr id="546" name="Google Shape;546;p22"/>
          <p:cNvPicPr preferRelativeResize="0"/>
          <p:nvPr/>
        </p:nvPicPr>
        <p:blipFill rotWithShape="1">
          <a:blip r:embed="rId3">
            <a:alphaModFix/>
          </a:blip>
          <a:srcRect/>
          <a:stretch/>
        </p:blipFill>
        <p:spPr>
          <a:xfrm>
            <a:off x="4590841" y="0"/>
            <a:ext cx="4571883" cy="5143501"/>
          </a:xfrm>
          <a:prstGeom prst="rect">
            <a:avLst/>
          </a:prstGeom>
          <a:noFill/>
          <a:ln>
            <a:noFill/>
          </a:ln>
        </p:spPr>
      </p:pic>
      <p:sp>
        <p:nvSpPr>
          <p:cNvPr id="547" name="Google Shape;547;p22"/>
          <p:cNvSpPr/>
          <p:nvPr/>
        </p:nvSpPr>
        <p:spPr>
          <a:xfrm>
            <a:off x="5048280" y="619200"/>
            <a:ext cx="34761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endParaRPr sz="2040" b="0" i="0" u="none" strike="noStrike" cap="none">
              <a:solidFill>
                <a:srgbClr val="000000"/>
              </a:solidFill>
              <a:latin typeface="Noto Sans Symbols"/>
              <a:ea typeface="Noto Sans Symbols"/>
              <a:cs typeface="Noto Sans Symbols"/>
              <a:sym typeface="Noto Sans Symbols"/>
            </a:endParaRPr>
          </a:p>
        </p:txBody>
      </p:sp>
      <p:sp>
        <p:nvSpPr>
          <p:cNvPr id="548" name="Google Shape;548;p22"/>
          <p:cNvSpPr/>
          <p:nvPr/>
        </p:nvSpPr>
        <p:spPr>
          <a:xfrm>
            <a:off x="452275" y="1038300"/>
            <a:ext cx="4256100" cy="36885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Enhanced Control over infrastructure and company data.</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15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Performance not all-relying on  Internet connection.</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15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Require a significant upfront investment. Lower ongoing subscription costs.</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15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15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Personalized Security measures, maintenance is of the company’s responsibility.</a:t>
            </a:r>
            <a:endParaRPr sz="1600">
              <a:solidFill>
                <a:srgbClr val="494949"/>
              </a:solidFill>
              <a:latin typeface="Barlow Semi Condensed"/>
              <a:ea typeface="Barlow Semi Condensed"/>
              <a:cs typeface="Barlow Semi Condensed"/>
              <a:sym typeface="Barlow Semi Condensed"/>
            </a:endParaRPr>
          </a:p>
        </p:txBody>
      </p:sp>
      <p:sp>
        <p:nvSpPr>
          <p:cNvPr id="549" name="Google Shape;549;p22"/>
          <p:cNvSpPr/>
          <p:nvPr/>
        </p:nvSpPr>
        <p:spPr>
          <a:xfrm>
            <a:off x="605575" y="352041"/>
            <a:ext cx="41571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340">
                <a:solidFill>
                  <a:srgbClr val="494949"/>
                </a:solidFill>
                <a:latin typeface="Fjalla One"/>
                <a:ea typeface="Fjalla One"/>
                <a:cs typeface="Fjalla One"/>
                <a:sym typeface="Fjalla One"/>
              </a:rPr>
              <a:t>Local (or on-premise) Servers</a:t>
            </a:r>
            <a:endParaRPr sz="2340" b="0" i="0" u="none" strike="noStrike" cap="non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23"/>
          <p:cNvSpPr/>
          <p:nvPr/>
        </p:nvSpPr>
        <p:spPr>
          <a:xfrm>
            <a:off x="1790644" y="2535103"/>
            <a:ext cx="55527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2260">
                <a:solidFill>
                  <a:srgbClr val="494949"/>
                </a:solidFill>
                <a:latin typeface="Fjalla One"/>
                <a:ea typeface="Fjalla One"/>
                <a:cs typeface="Fjalla One"/>
                <a:sym typeface="Fjalla One"/>
              </a:rPr>
              <a:t>Cloud Servers, and a Hybrid approach</a:t>
            </a:r>
            <a:endParaRPr sz="2260">
              <a:solidFill>
                <a:srgbClr val="494949"/>
              </a:solidFill>
              <a:latin typeface="Fjalla One"/>
              <a:ea typeface="Fjalla One"/>
              <a:cs typeface="Fjalla One"/>
              <a:sym typeface="Fjalla One"/>
            </a:endParaRPr>
          </a:p>
          <a:p>
            <a:pPr marL="0" marR="0" lvl="0" indent="0" algn="l" rtl="0">
              <a:lnSpc>
                <a:spcPct val="80001"/>
              </a:lnSpc>
              <a:spcBef>
                <a:spcPts val="0"/>
              </a:spcBef>
              <a:spcAft>
                <a:spcPts val="0"/>
              </a:spcAft>
              <a:buNone/>
            </a:pPr>
            <a:endParaRPr sz="1960">
              <a:solidFill>
                <a:srgbClr val="494949"/>
              </a:solidFill>
              <a:latin typeface="Fjalla One"/>
              <a:ea typeface="Fjalla One"/>
              <a:cs typeface="Fjalla One"/>
              <a:sym typeface="Fjalla One"/>
            </a:endParaRPr>
          </a:p>
        </p:txBody>
      </p:sp>
      <p:sp>
        <p:nvSpPr>
          <p:cNvPr id="555" name="Google Shape;555;p23"/>
          <p:cNvSpPr/>
          <p:nvPr/>
        </p:nvSpPr>
        <p:spPr>
          <a:xfrm>
            <a:off x="966625" y="3019125"/>
            <a:ext cx="7442700" cy="22065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15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Remote access to the software from anywhere (with Internet connection)</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15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Can easily scale up, more adaptable</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15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Cloud provider is responsible for server maintenance</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15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Subscription based model</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15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15000"/>
              </a:lnSpc>
              <a:spcBef>
                <a:spcPts val="0"/>
              </a:spcBef>
              <a:spcAft>
                <a:spcPts val="0"/>
              </a:spcAft>
              <a:buNone/>
            </a:pPr>
            <a:r>
              <a:rPr lang="pt-PT" sz="1600" b="1">
                <a:solidFill>
                  <a:srgbClr val="494949"/>
                </a:solidFill>
                <a:latin typeface="Barlow Semi Condensed"/>
                <a:ea typeface="Barlow Semi Condensed"/>
                <a:cs typeface="Barlow Semi Condensed"/>
                <a:sym typeface="Barlow Semi Condensed"/>
              </a:rPr>
              <a:t>Critical workloads can stay local, but still needs scalability – better to go for a </a:t>
            </a:r>
            <a:endParaRPr sz="1600" b="1">
              <a:solidFill>
                <a:srgbClr val="494949"/>
              </a:solidFill>
              <a:latin typeface="Barlow Semi Condensed"/>
              <a:ea typeface="Barlow Semi Condensed"/>
              <a:cs typeface="Barlow Semi Condensed"/>
              <a:sym typeface="Barlow Semi Condensed"/>
            </a:endParaRPr>
          </a:p>
          <a:p>
            <a:pPr marL="0" marR="0" lvl="0" indent="0" algn="ctr" rtl="0">
              <a:lnSpc>
                <a:spcPct val="115000"/>
              </a:lnSpc>
              <a:spcBef>
                <a:spcPts val="0"/>
              </a:spcBef>
              <a:spcAft>
                <a:spcPts val="0"/>
              </a:spcAft>
              <a:buNone/>
            </a:pPr>
            <a:r>
              <a:rPr lang="pt-PT" sz="1600" b="1" u="sng">
                <a:solidFill>
                  <a:srgbClr val="494949"/>
                </a:solidFill>
                <a:latin typeface="Barlow Semi Condensed"/>
                <a:ea typeface="Barlow Semi Condensed"/>
                <a:cs typeface="Barlow Semi Condensed"/>
                <a:sym typeface="Barlow Semi Condensed"/>
              </a:rPr>
              <a:t>Hybrid Approach</a:t>
            </a:r>
            <a:endParaRPr sz="1600" b="1" u="sng">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p:txBody>
      </p:sp>
      <p:pic>
        <p:nvPicPr>
          <p:cNvPr id="556" name="Google Shape;556;p23" descr="Server rack and cloud storage, cyberspace and gears (fornecida por Getty Images)"/>
          <p:cNvPicPr preferRelativeResize="0"/>
          <p:nvPr/>
        </p:nvPicPr>
        <p:blipFill>
          <a:blip r:embed="rId3">
            <a:alphaModFix/>
          </a:blip>
          <a:stretch>
            <a:fillRect/>
          </a:stretch>
        </p:blipFill>
        <p:spPr>
          <a:xfrm>
            <a:off x="1234150" y="152400"/>
            <a:ext cx="3592484" cy="2206524"/>
          </a:xfrm>
          <a:prstGeom prst="rect">
            <a:avLst/>
          </a:prstGeom>
          <a:noFill/>
          <a:ln>
            <a:noFill/>
          </a:ln>
        </p:spPr>
      </p:pic>
      <p:pic>
        <p:nvPicPr>
          <p:cNvPr id="557" name="Google Shape;557;p23" descr="Enterprises Storage Vector Icon Design, Cloud computing and Internet hosting services Symbol,  Web Services stock illustration, Cloud VPS Dedicated Server Concept, (fornecida por Getty Images)"/>
          <p:cNvPicPr preferRelativeResize="0"/>
          <p:nvPr/>
        </p:nvPicPr>
        <p:blipFill>
          <a:blip r:embed="rId4">
            <a:alphaModFix/>
          </a:blip>
          <a:stretch>
            <a:fillRect/>
          </a:stretch>
        </p:blipFill>
        <p:spPr>
          <a:xfrm>
            <a:off x="4979060" y="152400"/>
            <a:ext cx="2972339" cy="22065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24"/>
          <p:cNvSpPr/>
          <p:nvPr/>
        </p:nvSpPr>
        <p:spPr>
          <a:xfrm>
            <a:off x="1795640" y="2905079"/>
            <a:ext cx="55527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1960">
                <a:solidFill>
                  <a:srgbClr val="494949"/>
                </a:solidFill>
                <a:latin typeface="Fjalla One"/>
                <a:ea typeface="Fjalla One"/>
                <a:cs typeface="Fjalla One"/>
                <a:sym typeface="Fjalla One"/>
              </a:rPr>
              <a:t>How to choose?</a:t>
            </a:r>
            <a:endParaRPr sz="1960" b="0" i="0" u="none" strike="noStrike" cap="none">
              <a:solidFill>
                <a:srgbClr val="000000"/>
              </a:solidFill>
              <a:latin typeface="Noto Sans Symbols"/>
              <a:ea typeface="Noto Sans Symbols"/>
              <a:cs typeface="Noto Sans Symbols"/>
              <a:sym typeface="Noto Sans Symbols"/>
            </a:endParaRPr>
          </a:p>
        </p:txBody>
      </p:sp>
      <p:sp>
        <p:nvSpPr>
          <p:cNvPr id="563" name="Google Shape;563;p24"/>
          <p:cNvSpPr/>
          <p:nvPr/>
        </p:nvSpPr>
        <p:spPr>
          <a:xfrm>
            <a:off x="1040850" y="3425689"/>
            <a:ext cx="6980700" cy="1697400"/>
          </a:xfrm>
          <a:prstGeom prst="rect">
            <a:avLst/>
          </a:prstGeom>
          <a:solidFill>
            <a:schemeClr val="lt1"/>
          </a:solid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There is no right answer, and the answer can change over time.</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It depends on funds available and the compromises each company is willing to make.</a:t>
            </a:r>
            <a:endParaRPr sz="1600">
              <a:solidFill>
                <a:srgbClr val="494949"/>
              </a:solidFill>
              <a:latin typeface="Barlow Semi Condensed"/>
              <a:ea typeface="Barlow Semi Condensed"/>
              <a:cs typeface="Barlow Semi Condensed"/>
              <a:sym typeface="Barlow Semi Condensed"/>
            </a:endParaRPr>
          </a:p>
          <a:p>
            <a:pPr marL="0" marR="0" lvl="0" indent="0" algn="ctr"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Most importantly: </a:t>
            </a:r>
            <a:r>
              <a:rPr lang="pt-PT" sz="1600" b="1">
                <a:solidFill>
                  <a:srgbClr val="494949"/>
                </a:solidFill>
                <a:latin typeface="Barlow Semi Condensed"/>
                <a:ea typeface="Barlow Semi Condensed"/>
                <a:cs typeface="Barlow Semi Condensed"/>
                <a:sym typeface="Barlow Semi Condensed"/>
              </a:rPr>
              <a:t>make and informed decision</a:t>
            </a:r>
            <a:r>
              <a:rPr lang="pt-PT" sz="1600">
                <a:solidFill>
                  <a:srgbClr val="494949"/>
                </a:solidFill>
                <a:latin typeface="Barlow Semi Condensed"/>
                <a:ea typeface="Barlow Semi Condensed"/>
                <a:cs typeface="Barlow Semi Condensed"/>
                <a:sym typeface="Barlow Semi Condensed"/>
              </a:rPr>
              <a:t>, weigh the pros and cons, and plan for future changes and the business evolution.</a:t>
            </a:r>
            <a:endParaRPr sz="1600">
              <a:solidFill>
                <a:srgbClr val="494949"/>
              </a:solidFill>
              <a:latin typeface="Barlow Semi Condensed"/>
              <a:ea typeface="Barlow Semi Condensed"/>
              <a:cs typeface="Barlow Semi Condensed"/>
              <a:sym typeface="Barlow Semi Condensed"/>
            </a:endParaRPr>
          </a:p>
        </p:txBody>
      </p:sp>
      <p:pic>
        <p:nvPicPr>
          <p:cNvPr id="564" name="Google Shape;564;p24"/>
          <p:cNvPicPr preferRelativeResize="0"/>
          <p:nvPr/>
        </p:nvPicPr>
        <p:blipFill>
          <a:blip r:embed="rId3">
            <a:alphaModFix/>
          </a:blip>
          <a:stretch>
            <a:fillRect/>
          </a:stretch>
        </p:blipFill>
        <p:spPr>
          <a:xfrm>
            <a:off x="2020675" y="0"/>
            <a:ext cx="5102649" cy="263472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25"/>
          <p:cNvSpPr/>
          <p:nvPr/>
        </p:nvSpPr>
        <p:spPr>
          <a:xfrm>
            <a:off x="5048280" y="619200"/>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a:t>
            </a:r>
            <a:r>
              <a:rPr lang="pt-PT" sz="4625">
                <a:solidFill>
                  <a:srgbClr val="494949"/>
                </a:solidFill>
                <a:latin typeface="Fjalla One"/>
                <a:ea typeface="Fjalla One"/>
                <a:cs typeface="Fjalla One"/>
                <a:sym typeface="Fjalla One"/>
              </a:rPr>
              <a:t>5</a:t>
            </a:r>
            <a:endParaRPr sz="4625" b="0" i="0" u="none" strike="noStrike" cap="none">
              <a:solidFill>
                <a:srgbClr val="000000"/>
              </a:solidFill>
              <a:latin typeface="Noto Sans Symbols"/>
              <a:ea typeface="Noto Sans Symbols"/>
              <a:cs typeface="Noto Sans Symbols"/>
              <a:sym typeface="Noto Sans Symbols"/>
            </a:endParaRPr>
          </a:p>
        </p:txBody>
      </p:sp>
      <p:sp>
        <p:nvSpPr>
          <p:cNvPr id="570" name="Google Shape;570;p25"/>
          <p:cNvSpPr/>
          <p:nvPr/>
        </p:nvSpPr>
        <p:spPr>
          <a:xfrm>
            <a:off x="5048280" y="1428840"/>
            <a:ext cx="3476100" cy="1218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Cloud Security</a:t>
            </a:r>
            <a:endParaRPr sz="4000" b="0" i="0" u="none" strike="noStrike" cap="none">
              <a:solidFill>
                <a:srgbClr val="000000"/>
              </a:solidFill>
              <a:latin typeface="Noto Sans Symbols"/>
              <a:ea typeface="Noto Sans Symbols"/>
              <a:cs typeface="Noto Sans Symbols"/>
              <a:sym typeface="Noto Sans Symbols"/>
            </a:endParaRPr>
          </a:p>
        </p:txBody>
      </p:sp>
      <p:sp>
        <p:nvSpPr>
          <p:cNvPr id="571" name="Google Shape;571;p25"/>
          <p:cNvSpPr/>
          <p:nvPr/>
        </p:nvSpPr>
        <p:spPr>
          <a:xfrm>
            <a:off x="5370553" y="2848302"/>
            <a:ext cx="3476100" cy="9117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800">
                <a:latin typeface="Noto Sans Symbols"/>
                <a:ea typeface="Noto Sans Symbols"/>
                <a:cs typeface="Noto Sans Symbols"/>
                <a:sym typeface="Noto Sans Symbols"/>
              </a:rPr>
              <a:t>What is it?</a:t>
            </a:r>
            <a:endParaRPr sz="1800">
              <a:latin typeface="Noto Sans Symbols"/>
              <a:ea typeface="Noto Sans Symbols"/>
              <a:cs typeface="Noto Sans Symbols"/>
              <a:sym typeface="Noto Sans Symbols"/>
            </a:endParaRPr>
          </a:p>
          <a:p>
            <a:pPr marL="0" marR="0" lvl="0" indent="0" algn="l" rtl="0">
              <a:lnSpc>
                <a:spcPct val="150000"/>
              </a:lnSpc>
              <a:spcBef>
                <a:spcPts val="0"/>
              </a:spcBef>
              <a:spcAft>
                <a:spcPts val="0"/>
              </a:spcAft>
              <a:buNone/>
            </a:pPr>
            <a:r>
              <a:rPr lang="pt-PT" sz="1800">
                <a:latin typeface="Noto Sans Symbols"/>
                <a:ea typeface="Noto Sans Symbols"/>
                <a:cs typeface="Noto Sans Symbols"/>
                <a:sym typeface="Noto Sans Symbols"/>
              </a:rPr>
              <a:t>Is it important?</a:t>
            </a:r>
            <a:endParaRPr sz="1800">
              <a:latin typeface="Noto Sans Symbols"/>
              <a:ea typeface="Noto Sans Symbols"/>
              <a:cs typeface="Noto Sans Symbols"/>
              <a:sym typeface="Noto Sans Symbols"/>
            </a:endParaRPr>
          </a:p>
        </p:txBody>
      </p:sp>
      <p:pic>
        <p:nvPicPr>
          <p:cNvPr id="572" name="Google Shape;572;p25" title="Cloud_Security_image.jpeg"/>
          <p:cNvPicPr preferRelativeResize="0"/>
          <p:nvPr/>
        </p:nvPicPr>
        <p:blipFill>
          <a:blip r:embed="rId3">
            <a:alphaModFix/>
          </a:blip>
          <a:stretch>
            <a:fillRect/>
          </a:stretch>
        </p:blipFill>
        <p:spPr>
          <a:xfrm>
            <a:off x="147400" y="172425"/>
            <a:ext cx="4712975" cy="2824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pic>
        <p:nvPicPr>
          <p:cNvPr id="577" name="Google Shape;577;p26"/>
          <p:cNvPicPr preferRelativeResize="0"/>
          <p:nvPr/>
        </p:nvPicPr>
        <p:blipFill rotWithShape="1">
          <a:blip r:embed="rId3">
            <a:alphaModFix/>
          </a:blip>
          <a:srcRect/>
          <a:stretch/>
        </p:blipFill>
        <p:spPr>
          <a:xfrm>
            <a:off x="4800600" y="257040"/>
            <a:ext cx="4114440" cy="4628879"/>
          </a:xfrm>
          <a:prstGeom prst="rect">
            <a:avLst/>
          </a:prstGeom>
          <a:noFill/>
          <a:ln>
            <a:noFill/>
          </a:ln>
        </p:spPr>
      </p:pic>
      <p:sp>
        <p:nvSpPr>
          <p:cNvPr id="578" name="Google Shape;578;p26"/>
          <p:cNvSpPr/>
          <p:nvPr/>
        </p:nvSpPr>
        <p:spPr>
          <a:xfrm>
            <a:off x="929425" y="636950"/>
            <a:ext cx="34761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440">
                <a:solidFill>
                  <a:srgbClr val="494949"/>
                </a:solidFill>
                <a:latin typeface="Fjalla One"/>
                <a:ea typeface="Fjalla One"/>
                <a:cs typeface="Fjalla One"/>
                <a:sym typeface="Fjalla One"/>
              </a:rPr>
              <a:t>Main Security Threats</a:t>
            </a:r>
            <a:endParaRPr sz="2440" b="0" i="0" u="none" strike="noStrike" cap="none">
              <a:solidFill>
                <a:srgbClr val="000000"/>
              </a:solidFill>
              <a:latin typeface="Noto Sans Symbols"/>
              <a:ea typeface="Noto Sans Symbols"/>
              <a:cs typeface="Noto Sans Symbols"/>
              <a:sym typeface="Noto Sans Symbols"/>
            </a:endParaRPr>
          </a:p>
        </p:txBody>
      </p:sp>
      <p:sp>
        <p:nvSpPr>
          <p:cNvPr id="579" name="Google Shape;579;p26"/>
          <p:cNvSpPr/>
          <p:nvPr/>
        </p:nvSpPr>
        <p:spPr>
          <a:xfrm>
            <a:off x="929425" y="1544870"/>
            <a:ext cx="3476100" cy="28950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Data Breaches</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Malware Attacks</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Insider Threats</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DDos Attacks</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27"/>
          <p:cNvSpPr/>
          <p:nvPr/>
        </p:nvSpPr>
        <p:spPr>
          <a:xfrm>
            <a:off x="5026275" y="446625"/>
            <a:ext cx="33783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2660">
                <a:solidFill>
                  <a:srgbClr val="494949"/>
                </a:solidFill>
                <a:latin typeface="Fjalla One"/>
                <a:ea typeface="Fjalla One"/>
                <a:cs typeface="Fjalla One"/>
                <a:sym typeface="Fjalla One"/>
              </a:rPr>
              <a:t>Security Solutions</a:t>
            </a:r>
            <a:endParaRPr sz="2660" b="0" i="0" u="none" strike="noStrike" cap="none">
              <a:solidFill>
                <a:srgbClr val="000000"/>
              </a:solidFill>
              <a:latin typeface="Noto Sans Symbols"/>
              <a:ea typeface="Noto Sans Symbols"/>
              <a:cs typeface="Noto Sans Symbols"/>
              <a:sym typeface="Noto Sans Symbols"/>
            </a:endParaRPr>
          </a:p>
        </p:txBody>
      </p:sp>
      <p:sp>
        <p:nvSpPr>
          <p:cNvPr id="585" name="Google Shape;585;p27"/>
          <p:cNvSpPr/>
          <p:nvPr/>
        </p:nvSpPr>
        <p:spPr>
          <a:xfrm>
            <a:off x="5026275" y="1309512"/>
            <a:ext cx="2796900" cy="2524500"/>
          </a:xfrm>
          <a:prstGeom prst="rect">
            <a:avLst/>
          </a:prstGeom>
          <a:noFill/>
          <a:ln>
            <a:noFill/>
          </a:ln>
        </p:spPr>
        <p:txBody>
          <a:bodyPr spcFirstLastPara="1" wrap="square" lIns="91425" tIns="45700" rIns="91425" bIns="45700" anchor="t" anchorCtr="0">
            <a:noAutofit/>
          </a:bodyPr>
          <a:lstStyle/>
          <a:p>
            <a:pPr marL="0" marR="0" lvl="0" indent="0" algn="r" rtl="0">
              <a:lnSpc>
                <a:spcPct val="20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Encryption</a:t>
            </a:r>
            <a:endParaRPr sz="1600">
              <a:solidFill>
                <a:srgbClr val="494949"/>
              </a:solidFill>
              <a:latin typeface="Barlow Semi Condensed"/>
              <a:ea typeface="Barlow Semi Condensed"/>
              <a:cs typeface="Barlow Semi Condensed"/>
              <a:sym typeface="Barlow Semi Condensed"/>
            </a:endParaRPr>
          </a:p>
          <a:p>
            <a:pPr marL="0" marR="0" lvl="0" indent="0" algn="r" rtl="0">
              <a:lnSpc>
                <a:spcPct val="20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Multi-Factor Authentication                                                       </a:t>
            </a:r>
            <a:endParaRPr sz="1600">
              <a:solidFill>
                <a:srgbClr val="494949"/>
              </a:solidFill>
              <a:latin typeface="Barlow Semi Condensed"/>
              <a:ea typeface="Barlow Semi Condensed"/>
              <a:cs typeface="Barlow Semi Condensed"/>
              <a:sym typeface="Barlow Semi Condensed"/>
            </a:endParaRPr>
          </a:p>
          <a:p>
            <a:pPr marL="0" marR="0" lvl="0" indent="0" algn="r" rtl="0">
              <a:lnSpc>
                <a:spcPct val="20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Firewalls</a:t>
            </a:r>
            <a:endParaRPr sz="1600">
              <a:solidFill>
                <a:srgbClr val="494949"/>
              </a:solidFill>
              <a:latin typeface="Barlow Semi Condensed"/>
              <a:ea typeface="Barlow Semi Condensed"/>
              <a:cs typeface="Barlow Semi Condensed"/>
              <a:sym typeface="Barlow Semi Condensed"/>
            </a:endParaRPr>
          </a:p>
          <a:p>
            <a:pPr marL="0" marR="0" lvl="0" indent="0" algn="r" rtl="0">
              <a:lnSpc>
                <a:spcPct val="20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Identity and Access Management</a:t>
            </a:r>
            <a:endParaRPr sz="1600">
              <a:solidFill>
                <a:srgbClr val="494949"/>
              </a:solidFill>
              <a:latin typeface="Barlow Semi Condensed"/>
              <a:ea typeface="Barlow Semi Condensed"/>
              <a:cs typeface="Barlow Semi Condensed"/>
              <a:sym typeface="Barlow Semi Condensed"/>
            </a:endParaRPr>
          </a:p>
          <a:p>
            <a:pPr marL="0" marR="0" lvl="0" indent="0" algn="r" rtl="0">
              <a:lnSpc>
                <a:spcPct val="20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Regular Backups</a:t>
            </a:r>
            <a:endParaRPr sz="1600">
              <a:solidFill>
                <a:srgbClr val="494949"/>
              </a:solidFill>
              <a:latin typeface="Barlow Semi Condensed"/>
              <a:ea typeface="Barlow Semi Condensed"/>
              <a:cs typeface="Barlow Semi Condensed"/>
              <a:sym typeface="Barlow Semi Condensed"/>
            </a:endParaRPr>
          </a:p>
        </p:txBody>
      </p:sp>
      <p:pic>
        <p:nvPicPr>
          <p:cNvPr id="586" name="Google Shape;586;p27" title="CLoud_Security_Threats_image.png"/>
          <p:cNvPicPr preferRelativeResize="0"/>
          <p:nvPr/>
        </p:nvPicPr>
        <p:blipFill>
          <a:blip r:embed="rId3">
            <a:alphaModFix/>
          </a:blip>
          <a:stretch>
            <a:fillRect/>
          </a:stretch>
        </p:blipFill>
        <p:spPr>
          <a:xfrm>
            <a:off x="997975" y="907325"/>
            <a:ext cx="4038148" cy="26920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28"/>
          <p:cNvSpPr/>
          <p:nvPr/>
        </p:nvSpPr>
        <p:spPr>
          <a:xfrm>
            <a:off x="5048280" y="619200"/>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a:t>
            </a:r>
            <a:r>
              <a:rPr lang="pt-PT" sz="4625">
                <a:solidFill>
                  <a:srgbClr val="494949"/>
                </a:solidFill>
                <a:latin typeface="Fjalla One"/>
                <a:ea typeface="Fjalla One"/>
                <a:cs typeface="Fjalla One"/>
                <a:sym typeface="Fjalla One"/>
              </a:rPr>
              <a:t>6</a:t>
            </a:r>
            <a:endParaRPr sz="4625" b="0" i="0" u="none" strike="noStrike" cap="none">
              <a:solidFill>
                <a:srgbClr val="000000"/>
              </a:solidFill>
              <a:latin typeface="Noto Sans Symbols"/>
              <a:ea typeface="Noto Sans Symbols"/>
              <a:cs typeface="Noto Sans Symbols"/>
              <a:sym typeface="Noto Sans Symbols"/>
            </a:endParaRPr>
          </a:p>
        </p:txBody>
      </p:sp>
      <p:sp>
        <p:nvSpPr>
          <p:cNvPr id="592" name="Google Shape;592;p28"/>
          <p:cNvSpPr/>
          <p:nvPr/>
        </p:nvSpPr>
        <p:spPr>
          <a:xfrm>
            <a:off x="5048280" y="1428840"/>
            <a:ext cx="3476100" cy="1218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Major Cloud Services Providers</a:t>
            </a:r>
            <a:endParaRPr sz="4000" b="0" i="0" u="none" strike="noStrike" cap="none">
              <a:solidFill>
                <a:srgbClr val="000000"/>
              </a:solidFill>
              <a:latin typeface="Noto Sans Symbols"/>
              <a:ea typeface="Noto Sans Symbols"/>
              <a:cs typeface="Noto Sans Symbols"/>
              <a:sym typeface="Noto Sans Symbols"/>
            </a:endParaRPr>
          </a:p>
        </p:txBody>
      </p:sp>
      <p:sp>
        <p:nvSpPr>
          <p:cNvPr id="593" name="Google Shape;593;p28"/>
          <p:cNvSpPr/>
          <p:nvPr/>
        </p:nvSpPr>
        <p:spPr>
          <a:xfrm>
            <a:off x="5048280" y="3333600"/>
            <a:ext cx="34761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pic>
        <p:nvPicPr>
          <p:cNvPr id="594" name="Google Shape;594;p28" title="AWS.png"/>
          <p:cNvPicPr preferRelativeResize="0"/>
          <p:nvPr/>
        </p:nvPicPr>
        <p:blipFill>
          <a:blip r:embed="rId3">
            <a:alphaModFix/>
          </a:blip>
          <a:stretch>
            <a:fillRect/>
          </a:stretch>
        </p:blipFill>
        <p:spPr>
          <a:xfrm>
            <a:off x="112375" y="1168075"/>
            <a:ext cx="1904000" cy="1904000"/>
          </a:xfrm>
          <a:prstGeom prst="rect">
            <a:avLst/>
          </a:prstGeom>
          <a:noFill/>
          <a:ln>
            <a:noFill/>
          </a:ln>
        </p:spPr>
      </p:pic>
      <p:pic>
        <p:nvPicPr>
          <p:cNvPr id="595" name="Google Shape;595;p28" title="Azure.png"/>
          <p:cNvPicPr preferRelativeResize="0"/>
          <p:nvPr/>
        </p:nvPicPr>
        <p:blipFill>
          <a:blip r:embed="rId4">
            <a:alphaModFix/>
          </a:blip>
          <a:stretch>
            <a:fillRect/>
          </a:stretch>
        </p:blipFill>
        <p:spPr>
          <a:xfrm>
            <a:off x="2142725" y="275700"/>
            <a:ext cx="2177000" cy="1448700"/>
          </a:xfrm>
          <a:prstGeom prst="rect">
            <a:avLst/>
          </a:prstGeom>
          <a:noFill/>
          <a:ln>
            <a:noFill/>
          </a:ln>
        </p:spPr>
      </p:pic>
      <p:pic>
        <p:nvPicPr>
          <p:cNvPr id="596" name="Google Shape;596;p28" title="GCP.png"/>
          <p:cNvPicPr preferRelativeResize="0"/>
          <p:nvPr/>
        </p:nvPicPr>
        <p:blipFill>
          <a:blip r:embed="rId5">
            <a:alphaModFix/>
          </a:blip>
          <a:stretch>
            <a:fillRect/>
          </a:stretch>
        </p:blipFill>
        <p:spPr>
          <a:xfrm>
            <a:off x="1788525" y="2427900"/>
            <a:ext cx="1868975" cy="1868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9"/>
          <p:cNvSpPr/>
          <p:nvPr/>
        </p:nvSpPr>
        <p:spPr>
          <a:xfrm>
            <a:off x="1184600" y="690150"/>
            <a:ext cx="34761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540">
                <a:solidFill>
                  <a:srgbClr val="494949"/>
                </a:solidFill>
                <a:latin typeface="Fjalla One"/>
                <a:ea typeface="Fjalla One"/>
                <a:cs typeface="Fjalla One"/>
                <a:sym typeface="Fjalla One"/>
              </a:rPr>
              <a:t>Cloud Services</a:t>
            </a:r>
            <a:endParaRPr sz="2540" b="0" i="0" u="none" strike="noStrike" cap="none">
              <a:solidFill>
                <a:srgbClr val="000000"/>
              </a:solidFill>
              <a:latin typeface="Noto Sans Symbols"/>
              <a:ea typeface="Noto Sans Symbols"/>
              <a:cs typeface="Noto Sans Symbols"/>
              <a:sym typeface="Noto Sans Symbols"/>
            </a:endParaRPr>
          </a:p>
        </p:txBody>
      </p:sp>
      <p:sp>
        <p:nvSpPr>
          <p:cNvPr id="602" name="Google Shape;602;p29"/>
          <p:cNvSpPr/>
          <p:nvPr/>
        </p:nvSpPr>
        <p:spPr>
          <a:xfrm>
            <a:off x="1184600" y="1555050"/>
            <a:ext cx="3476100" cy="20334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Infrastructure as a Service (</a:t>
            </a:r>
            <a:r>
              <a:rPr lang="pt-PT" sz="1600" b="1">
                <a:solidFill>
                  <a:srgbClr val="494949"/>
                </a:solidFill>
                <a:latin typeface="Barlow Semi Condensed"/>
                <a:ea typeface="Barlow Semi Condensed"/>
                <a:cs typeface="Barlow Semi Condensed"/>
                <a:sym typeface="Barlow Semi Condensed"/>
              </a:rPr>
              <a:t>Iaas</a:t>
            </a:r>
            <a:r>
              <a:rPr lang="pt-PT" sz="1600">
                <a:solidFill>
                  <a:srgbClr val="494949"/>
                </a:solidFill>
                <a:latin typeface="Barlow Semi Condensed"/>
                <a:ea typeface="Barlow Semi Condensed"/>
                <a:cs typeface="Barlow Semi Condensed"/>
                <a:sym typeface="Barlow Semi Condensed"/>
              </a:rPr>
              <a:t>)</a:t>
            </a: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Platform as a Service (</a:t>
            </a:r>
            <a:r>
              <a:rPr lang="pt-PT" sz="1600" b="1">
                <a:solidFill>
                  <a:srgbClr val="494949"/>
                </a:solidFill>
                <a:latin typeface="Barlow Semi Condensed"/>
                <a:ea typeface="Barlow Semi Condensed"/>
                <a:cs typeface="Barlow Semi Condensed"/>
                <a:sym typeface="Barlow Semi Condensed"/>
              </a:rPr>
              <a:t>Paas</a:t>
            </a:r>
            <a:r>
              <a:rPr lang="pt-PT" sz="1600">
                <a:solidFill>
                  <a:srgbClr val="494949"/>
                </a:solidFill>
                <a:latin typeface="Barlow Semi Condensed"/>
                <a:ea typeface="Barlow Semi Condensed"/>
                <a:cs typeface="Barlow Semi Condensed"/>
                <a:sym typeface="Barlow Semi Condensed"/>
              </a:rPr>
              <a:t>)</a:t>
            </a:r>
            <a:br>
              <a:rPr lang="pt-PT" sz="1600">
                <a:solidFill>
                  <a:srgbClr val="494949"/>
                </a:solidFill>
                <a:latin typeface="Barlow Semi Condensed"/>
                <a:ea typeface="Barlow Semi Condensed"/>
                <a:cs typeface="Barlow Semi Condensed"/>
                <a:sym typeface="Barlow Semi Condensed"/>
              </a:rPr>
            </a:br>
            <a:endParaRPr sz="1600">
              <a:solidFill>
                <a:srgbClr val="494949"/>
              </a:solidFill>
              <a:latin typeface="Barlow Semi Condensed"/>
              <a:ea typeface="Barlow Semi Condensed"/>
              <a:cs typeface="Barlow Semi Condensed"/>
              <a:sym typeface="Barlow Semi Condensed"/>
            </a:endParaRPr>
          </a:p>
          <a:p>
            <a:pPr marL="0" marR="0" lvl="0" indent="0" algn="l"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Software as a Service (</a:t>
            </a:r>
            <a:r>
              <a:rPr lang="pt-PT" sz="1600" b="1">
                <a:solidFill>
                  <a:srgbClr val="494949"/>
                </a:solidFill>
                <a:latin typeface="Barlow Semi Condensed"/>
                <a:ea typeface="Barlow Semi Condensed"/>
                <a:cs typeface="Barlow Semi Condensed"/>
                <a:sym typeface="Barlow Semi Condensed"/>
              </a:rPr>
              <a:t>Saas</a:t>
            </a:r>
            <a:r>
              <a:rPr lang="pt-PT" sz="1600">
                <a:solidFill>
                  <a:srgbClr val="494949"/>
                </a:solidFill>
                <a:latin typeface="Barlow Semi Condensed"/>
                <a:ea typeface="Barlow Semi Condensed"/>
                <a:cs typeface="Barlow Semi Condensed"/>
                <a:sym typeface="Barlow Semi Condensed"/>
              </a:rPr>
              <a:t>)</a:t>
            </a:r>
            <a:endParaRPr sz="1600">
              <a:solidFill>
                <a:srgbClr val="494949"/>
              </a:solidFill>
              <a:latin typeface="Barlow Semi Condensed"/>
              <a:ea typeface="Barlow Semi Condensed"/>
              <a:cs typeface="Barlow Semi Condensed"/>
              <a:sym typeface="Barlow Semi Condensed"/>
            </a:endParaRPr>
          </a:p>
        </p:txBody>
      </p:sp>
      <p:pic>
        <p:nvPicPr>
          <p:cNvPr id="603" name="Google Shape;603;p29" title="Cloud Services.jpg"/>
          <p:cNvPicPr preferRelativeResize="0"/>
          <p:nvPr/>
        </p:nvPicPr>
        <p:blipFill>
          <a:blip r:embed="rId3">
            <a:alphaModFix/>
          </a:blip>
          <a:stretch>
            <a:fillRect/>
          </a:stretch>
        </p:blipFill>
        <p:spPr>
          <a:xfrm>
            <a:off x="4232075" y="1302100"/>
            <a:ext cx="4160075" cy="2768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30"/>
          <p:cNvSpPr/>
          <p:nvPr/>
        </p:nvSpPr>
        <p:spPr>
          <a:xfrm>
            <a:off x="1790640" y="2476440"/>
            <a:ext cx="55527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1960">
                <a:solidFill>
                  <a:srgbClr val="494949"/>
                </a:solidFill>
                <a:latin typeface="Fjalla One"/>
                <a:ea typeface="Fjalla One"/>
                <a:cs typeface="Fjalla One"/>
                <a:sym typeface="Fjalla One"/>
              </a:rPr>
              <a:t>Titulo</a:t>
            </a:r>
            <a:endParaRPr sz="1960" b="0" i="0" u="none" strike="noStrike" cap="none">
              <a:solidFill>
                <a:srgbClr val="000000"/>
              </a:solidFill>
              <a:latin typeface="Noto Sans Symbols"/>
              <a:ea typeface="Noto Sans Symbols"/>
              <a:cs typeface="Noto Sans Symbols"/>
              <a:sym typeface="Noto Sans Symbols"/>
            </a:endParaRPr>
          </a:p>
        </p:txBody>
      </p:sp>
      <p:sp>
        <p:nvSpPr>
          <p:cNvPr id="609" name="Google Shape;609;p30"/>
          <p:cNvSpPr/>
          <p:nvPr/>
        </p:nvSpPr>
        <p:spPr>
          <a:xfrm>
            <a:off x="1790640" y="3057480"/>
            <a:ext cx="5552700" cy="1980600"/>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r>
              <a:rPr lang="pt-PT" sz="1600">
                <a:solidFill>
                  <a:srgbClr val="494949"/>
                </a:solidFill>
                <a:latin typeface="Barlow Semi Condensed"/>
                <a:ea typeface="Barlow Semi Condensed"/>
                <a:cs typeface="Barlow Semi Condensed"/>
                <a:sym typeface="Barlow Semi Condensed"/>
              </a:rPr>
              <a:t>Texto</a:t>
            </a:r>
            <a:endParaRPr sz="1600" b="0" i="0" u="none" strike="noStrike" cap="none">
              <a:solidFill>
                <a:srgbClr val="000000"/>
              </a:solidFill>
              <a:latin typeface="Noto Sans Symbols"/>
              <a:ea typeface="Noto Sans Symbols"/>
              <a:cs typeface="Noto Sans Symbols"/>
              <a:sym typeface="Noto Sans Symbols"/>
            </a:endParaRPr>
          </a:p>
        </p:txBody>
      </p:sp>
      <p:pic>
        <p:nvPicPr>
          <p:cNvPr id="610" name="Google Shape;610;p30" title="ChatGPT Image May 25, 2026, 11_52_20 PM.png"/>
          <p:cNvPicPr preferRelativeResize="0"/>
          <p:nvPr/>
        </p:nvPicPr>
        <p:blipFill>
          <a:blip r:embed="rId3">
            <a:alphaModFix/>
          </a:blip>
          <a:stretch>
            <a:fillRect/>
          </a:stretch>
        </p:blipFill>
        <p:spPr>
          <a:xfrm>
            <a:off x="1599975" y="801678"/>
            <a:ext cx="5552701" cy="370175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pic>
        <p:nvPicPr>
          <p:cNvPr id="615" name="Google Shape;615;p31"/>
          <p:cNvPicPr preferRelativeResize="0"/>
          <p:nvPr/>
        </p:nvPicPr>
        <p:blipFill rotWithShape="1">
          <a:blip r:embed="rId3">
            <a:alphaModFix/>
          </a:blip>
          <a:srcRect/>
          <a:stretch/>
        </p:blipFill>
        <p:spPr>
          <a:xfrm>
            <a:off x="228600" y="257040"/>
            <a:ext cx="4114440" cy="4628879"/>
          </a:xfrm>
          <a:prstGeom prst="rect">
            <a:avLst/>
          </a:prstGeom>
          <a:noFill/>
          <a:ln>
            <a:noFill/>
          </a:ln>
        </p:spPr>
      </p:pic>
      <p:sp>
        <p:nvSpPr>
          <p:cNvPr id="616" name="Google Shape;616;p31"/>
          <p:cNvSpPr/>
          <p:nvPr/>
        </p:nvSpPr>
        <p:spPr>
          <a:xfrm>
            <a:off x="5048280" y="619200"/>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a:t>
            </a:r>
            <a:r>
              <a:rPr lang="pt-PT" sz="4625">
                <a:solidFill>
                  <a:srgbClr val="494949"/>
                </a:solidFill>
                <a:latin typeface="Fjalla One"/>
                <a:ea typeface="Fjalla One"/>
                <a:cs typeface="Fjalla One"/>
                <a:sym typeface="Fjalla One"/>
              </a:rPr>
              <a:t>7</a:t>
            </a:r>
            <a:endParaRPr sz="4625" b="0" i="0" u="none" strike="noStrike" cap="none">
              <a:solidFill>
                <a:srgbClr val="000000"/>
              </a:solidFill>
              <a:latin typeface="Noto Sans Symbols"/>
              <a:ea typeface="Noto Sans Symbols"/>
              <a:cs typeface="Noto Sans Symbols"/>
              <a:sym typeface="Noto Sans Symbols"/>
            </a:endParaRPr>
          </a:p>
        </p:txBody>
      </p:sp>
      <p:sp>
        <p:nvSpPr>
          <p:cNvPr id="617" name="Google Shape;617;p31"/>
          <p:cNvSpPr/>
          <p:nvPr/>
        </p:nvSpPr>
        <p:spPr>
          <a:xfrm>
            <a:off x="5048280" y="1428840"/>
            <a:ext cx="3476100" cy="1218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Iot in Cloud Computing and everyday use</a:t>
            </a:r>
            <a:endParaRPr sz="4000" b="0" i="0" u="none" strike="noStrike" cap="none">
              <a:solidFill>
                <a:srgbClr val="000000"/>
              </a:solidFill>
              <a:latin typeface="Noto Sans Symbols"/>
              <a:ea typeface="Noto Sans Symbols"/>
              <a:cs typeface="Noto Sans Symbols"/>
              <a:sym typeface="Noto Sans Symbols"/>
            </a:endParaRPr>
          </a:p>
        </p:txBody>
      </p:sp>
      <p:sp>
        <p:nvSpPr>
          <p:cNvPr id="618" name="Google Shape;618;p31"/>
          <p:cNvSpPr/>
          <p:nvPr/>
        </p:nvSpPr>
        <p:spPr>
          <a:xfrm>
            <a:off x="5048280" y="3333600"/>
            <a:ext cx="34761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32"/>
          <p:cNvSpPr/>
          <p:nvPr/>
        </p:nvSpPr>
        <p:spPr>
          <a:xfrm>
            <a:off x="855175" y="1274925"/>
            <a:ext cx="22950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r>
              <a:rPr lang="pt-PT" sz="2640">
                <a:latin typeface="Fjalla One"/>
                <a:ea typeface="Fjalla One"/>
                <a:cs typeface="Fjalla One"/>
                <a:sym typeface="Fjalla One"/>
              </a:rPr>
              <a:t>What is IoT?</a:t>
            </a:r>
            <a:endParaRPr sz="2640" b="0" i="0" u="none" strike="noStrike" cap="none">
              <a:latin typeface="Noto Sans Symbols"/>
              <a:ea typeface="Noto Sans Symbols"/>
              <a:cs typeface="Noto Sans Symbols"/>
              <a:sym typeface="Noto Sans Symbols"/>
            </a:endParaRPr>
          </a:p>
        </p:txBody>
      </p:sp>
      <p:sp>
        <p:nvSpPr>
          <p:cNvPr id="624" name="Google Shape;624;p32"/>
          <p:cNvSpPr/>
          <p:nvPr/>
        </p:nvSpPr>
        <p:spPr>
          <a:xfrm>
            <a:off x="855175" y="1969699"/>
            <a:ext cx="2702400" cy="22398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pt-PT" sz="1600"/>
              <a:t>Internet of things:</a:t>
            </a:r>
            <a:endParaRPr sz="1600"/>
          </a:p>
          <a:p>
            <a:pPr marL="457200" marR="0" lvl="0" indent="-330200" algn="l" rtl="0">
              <a:lnSpc>
                <a:spcPct val="150000"/>
              </a:lnSpc>
              <a:spcBef>
                <a:spcPts val="0"/>
              </a:spcBef>
              <a:spcAft>
                <a:spcPts val="0"/>
              </a:spcAft>
              <a:buSzPts val="1600"/>
              <a:buChar char="●"/>
            </a:pPr>
            <a:r>
              <a:rPr lang="pt-PT" sz="1600"/>
              <a:t>receive</a:t>
            </a:r>
            <a:endParaRPr sz="1600"/>
          </a:p>
          <a:p>
            <a:pPr marL="457200" marR="0" lvl="0" indent="-330200" algn="l" rtl="0">
              <a:lnSpc>
                <a:spcPct val="150000"/>
              </a:lnSpc>
              <a:spcBef>
                <a:spcPts val="0"/>
              </a:spcBef>
              <a:spcAft>
                <a:spcPts val="0"/>
              </a:spcAft>
              <a:buSzPts val="1600"/>
              <a:buChar char="●"/>
            </a:pPr>
            <a:r>
              <a:rPr lang="pt-PT" sz="1600"/>
              <a:t>collect </a:t>
            </a:r>
            <a:endParaRPr sz="1600"/>
          </a:p>
          <a:p>
            <a:pPr marL="457200" marR="0" lvl="0" indent="-330200" algn="l" rtl="0">
              <a:lnSpc>
                <a:spcPct val="150000"/>
              </a:lnSpc>
              <a:spcBef>
                <a:spcPts val="0"/>
              </a:spcBef>
              <a:spcAft>
                <a:spcPts val="0"/>
              </a:spcAft>
              <a:buSzPts val="1600"/>
              <a:buChar char="●"/>
            </a:pPr>
            <a:r>
              <a:rPr lang="pt-PT" sz="1600"/>
              <a:t>send </a:t>
            </a:r>
            <a:endParaRPr sz="1600"/>
          </a:p>
          <a:p>
            <a:pPr marL="0" marR="0" lvl="0" indent="0" algn="l" rtl="0">
              <a:lnSpc>
                <a:spcPct val="150000"/>
              </a:lnSpc>
              <a:spcBef>
                <a:spcPts val="0"/>
              </a:spcBef>
              <a:spcAft>
                <a:spcPts val="0"/>
              </a:spcAft>
              <a:buNone/>
            </a:pPr>
            <a:endParaRPr b="1"/>
          </a:p>
        </p:txBody>
      </p:sp>
      <p:pic>
        <p:nvPicPr>
          <p:cNvPr id="625" name="Google Shape;625;p32"/>
          <p:cNvPicPr preferRelativeResize="0"/>
          <p:nvPr/>
        </p:nvPicPr>
        <p:blipFill>
          <a:blip r:embed="rId3">
            <a:alphaModFix/>
          </a:blip>
          <a:stretch>
            <a:fillRect/>
          </a:stretch>
        </p:blipFill>
        <p:spPr>
          <a:xfrm>
            <a:off x="2691950" y="0"/>
            <a:ext cx="6506674" cy="4536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pic>
        <p:nvPicPr>
          <p:cNvPr id="630" name="Google Shape;630;p33"/>
          <p:cNvPicPr preferRelativeResize="0"/>
          <p:nvPr/>
        </p:nvPicPr>
        <p:blipFill>
          <a:blip r:embed="rId3">
            <a:alphaModFix/>
          </a:blip>
          <a:stretch>
            <a:fillRect/>
          </a:stretch>
        </p:blipFill>
        <p:spPr>
          <a:xfrm>
            <a:off x="3814925" y="1212925"/>
            <a:ext cx="4209274" cy="3472650"/>
          </a:xfrm>
          <a:prstGeom prst="rect">
            <a:avLst/>
          </a:prstGeom>
          <a:noFill/>
          <a:ln>
            <a:noFill/>
          </a:ln>
        </p:spPr>
      </p:pic>
      <p:sp>
        <p:nvSpPr>
          <p:cNvPr id="631" name="Google Shape;631;p33"/>
          <p:cNvSpPr/>
          <p:nvPr/>
        </p:nvSpPr>
        <p:spPr>
          <a:xfrm>
            <a:off x="1290413" y="355400"/>
            <a:ext cx="4954500" cy="7557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endParaRPr sz="1960">
              <a:solidFill>
                <a:srgbClr val="494949"/>
              </a:solidFill>
              <a:latin typeface="Fjalla One"/>
              <a:ea typeface="Fjalla One"/>
              <a:cs typeface="Fjalla One"/>
              <a:sym typeface="Fjalla One"/>
            </a:endParaRPr>
          </a:p>
          <a:p>
            <a:pPr marL="0" marR="0" lvl="0" indent="0" algn="ctr" rtl="0">
              <a:lnSpc>
                <a:spcPct val="80001"/>
              </a:lnSpc>
              <a:spcBef>
                <a:spcPts val="0"/>
              </a:spcBef>
              <a:spcAft>
                <a:spcPts val="0"/>
              </a:spcAft>
              <a:buNone/>
            </a:pPr>
            <a:r>
              <a:rPr lang="pt-PT" sz="1960">
                <a:solidFill>
                  <a:srgbClr val="494949"/>
                </a:solidFill>
                <a:latin typeface="Fjalla One"/>
                <a:ea typeface="Fjalla One"/>
                <a:cs typeface="Fjalla One"/>
                <a:sym typeface="Fjalla One"/>
              </a:rPr>
              <a:t>Iot and Cloud Computing and everyday use</a:t>
            </a:r>
            <a:endParaRPr sz="1960" b="0" i="0" u="none" strike="noStrike" cap="none">
              <a:solidFill>
                <a:srgbClr val="000000"/>
              </a:solidFill>
              <a:latin typeface="Noto Sans Symbols"/>
              <a:ea typeface="Noto Sans Symbols"/>
              <a:cs typeface="Noto Sans Symbols"/>
              <a:sym typeface="Noto Sans Symbols"/>
            </a:endParaRPr>
          </a:p>
        </p:txBody>
      </p:sp>
      <p:sp>
        <p:nvSpPr>
          <p:cNvPr id="632" name="Google Shape;632;p33"/>
          <p:cNvSpPr/>
          <p:nvPr/>
        </p:nvSpPr>
        <p:spPr>
          <a:xfrm>
            <a:off x="1131351" y="1634850"/>
            <a:ext cx="4209300" cy="9369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Cloud Services </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Cloud store</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Analyze data </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Allow remote control</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Monitoring in real time</a:t>
            </a:r>
            <a:endParaRPr sz="1600">
              <a:solidFill>
                <a:srgbClr val="494949"/>
              </a:solidFill>
              <a:latin typeface="Barlow Semi Condensed"/>
              <a:ea typeface="Barlow Semi Condensed"/>
              <a:cs typeface="Barlow Semi Condensed"/>
              <a:sym typeface="Barlow Semi Condense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pic>
        <p:nvPicPr>
          <p:cNvPr id="637" name="Google Shape;637;p34"/>
          <p:cNvPicPr preferRelativeResize="0"/>
          <p:nvPr/>
        </p:nvPicPr>
        <p:blipFill rotWithShape="1">
          <a:blip r:embed="rId3">
            <a:alphaModFix/>
          </a:blip>
          <a:srcRect/>
          <a:stretch/>
        </p:blipFill>
        <p:spPr>
          <a:xfrm>
            <a:off x="228600" y="257040"/>
            <a:ext cx="4114440" cy="4628879"/>
          </a:xfrm>
          <a:prstGeom prst="rect">
            <a:avLst/>
          </a:prstGeom>
          <a:noFill/>
          <a:ln>
            <a:noFill/>
          </a:ln>
        </p:spPr>
      </p:pic>
      <p:sp>
        <p:nvSpPr>
          <p:cNvPr id="638" name="Google Shape;638;p34"/>
          <p:cNvSpPr/>
          <p:nvPr/>
        </p:nvSpPr>
        <p:spPr>
          <a:xfrm>
            <a:off x="5048280" y="619200"/>
            <a:ext cx="2285700" cy="761700"/>
          </a:xfrm>
          <a:prstGeom prst="rect">
            <a:avLst/>
          </a:prstGeom>
          <a:noFill/>
          <a:ln>
            <a:noFill/>
          </a:ln>
        </p:spPr>
        <p:txBody>
          <a:bodyPr spcFirstLastPara="1" wrap="square" lIns="91425" tIns="45700" rIns="91425" bIns="45700" anchor="t" anchorCtr="0">
            <a:noAutofit/>
          </a:bodyPr>
          <a:lstStyle/>
          <a:p>
            <a:pPr marL="0" marR="0" lvl="0" indent="0" algn="l" rtl="0">
              <a:lnSpc>
                <a:spcPct val="90001"/>
              </a:lnSpc>
              <a:spcBef>
                <a:spcPts val="0"/>
              </a:spcBef>
              <a:spcAft>
                <a:spcPts val="0"/>
              </a:spcAft>
              <a:buNone/>
            </a:pPr>
            <a:r>
              <a:rPr lang="pt-PT" sz="4625" b="0" i="0" u="none" strike="noStrike" cap="none">
                <a:solidFill>
                  <a:srgbClr val="494949"/>
                </a:solidFill>
                <a:latin typeface="Fjalla One"/>
                <a:ea typeface="Fjalla One"/>
                <a:cs typeface="Fjalla One"/>
                <a:sym typeface="Fjalla One"/>
              </a:rPr>
              <a:t>0</a:t>
            </a:r>
            <a:r>
              <a:rPr lang="pt-PT" sz="4625">
                <a:solidFill>
                  <a:srgbClr val="494949"/>
                </a:solidFill>
                <a:latin typeface="Fjalla One"/>
                <a:ea typeface="Fjalla One"/>
                <a:cs typeface="Fjalla One"/>
                <a:sym typeface="Fjalla One"/>
              </a:rPr>
              <a:t>8</a:t>
            </a:r>
            <a:endParaRPr sz="4625" b="0" i="0" u="none" strike="noStrike" cap="none">
              <a:solidFill>
                <a:srgbClr val="000000"/>
              </a:solidFill>
              <a:latin typeface="Noto Sans Symbols"/>
              <a:ea typeface="Noto Sans Symbols"/>
              <a:cs typeface="Noto Sans Symbols"/>
              <a:sym typeface="Noto Sans Symbols"/>
            </a:endParaRPr>
          </a:p>
        </p:txBody>
      </p:sp>
      <p:sp>
        <p:nvSpPr>
          <p:cNvPr id="639" name="Google Shape;639;p34"/>
          <p:cNvSpPr/>
          <p:nvPr/>
        </p:nvSpPr>
        <p:spPr>
          <a:xfrm>
            <a:off x="5048280" y="1428840"/>
            <a:ext cx="3476100" cy="1218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pt-PT" sz="4000">
                <a:solidFill>
                  <a:srgbClr val="494949"/>
                </a:solidFill>
                <a:latin typeface="Fjalla One"/>
                <a:ea typeface="Fjalla One"/>
                <a:cs typeface="Fjalla One"/>
                <a:sym typeface="Fjalla One"/>
              </a:rPr>
              <a:t>How companies use and benefit from Cloud Services</a:t>
            </a:r>
            <a:endParaRPr sz="4000" b="0" i="0" u="none" strike="noStrike" cap="none">
              <a:solidFill>
                <a:srgbClr val="000000"/>
              </a:solidFill>
              <a:latin typeface="Noto Sans Symbols"/>
              <a:ea typeface="Noto Sans Symbols"/>
              <a:cs typeface="Noto Sans Symbols"/>
              <a:sym typeface="Noto Sans Symbols"/>
            </a:endParaRPr>
          </a:p>
        </p:txBody>
      </p:sp>
      <p:sp>
        <p:nvSpPr>
          <p:cNvPr id="640" name="Google Shape;640;p34"/>
          <p:cNvSpPr/>
          <p:nvPr/>
        </p:nvSpPr>
        <p:spPr>
          <a:xfrm>
            <a:off x="5048280" y="3333600"/>
            <a:ext cx="3476100" cy="4569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1800" b="0" i="0" u="none" strike="noStrike" cap="none">
              <a:solidFill>
                <a:srgbClr val="000000"/>
              </a:solidFill>
              <a:latin typeface="Noto Sans Symbols"/>
              <a:ea typeface="Noto Sans Symbols"/>
              <a:cs typeface="Noto Sans Symbols"/>
              <a:sym typeface="Noto Sans Symbol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p35"/>
          <p:cNvSpPr/>
          <p:nvPr/>
        </p:nvSpPr>
        <p:spPr>
          <a:xfrm>
            <a:off x="263625" y="331550"/>
            <a:ext cx="5159400" cy="361500"/>
          </a:xfrm>
          <a:prstGeom prst="rect">
            <a:avLst/>
          </a:prstGeom>
          <a:noFill/>
          <a:ln>
            <a:noFill/>
          </a:ln>
        </p:spPr>
        <p:txBody>
          <a:bodyPr spcFirstLastPara="1" wrap="square" lIns="91425" tIns="45700" rIns="91425" bIns="45700" anchor="t" anchorCtr="0">
            <a:noAutofit/>
          </a:bodyPr>
          <a:lstStyle/>
          <a:p>
            <a:pPr marL="0" marR="0" lvl="0" indent="0" algn="l" rtl="0">
              <a:lnSpc>
                <a:spcPct val="80001"/>
              </a:lnSpc>
              <a:spcBef>
                <a:spcPts val="0"/>
              </a:spcBef>
              <a:spcAft>
                <a:spcPts val="0"/>
              </a:spcAft>
              <a:buNone/>
            </a:pPr>
            <a:endParaRPr sz="2940" b="0" i="0" u="none" strike="noStrike" cap="none">
              <a:latin typeface="Noto Sans Symbols"/>
              <a:ea typeface="Noto Sans Symbols"/>
              <a:cs typeface="Noto Sans Symbols"/>
              <a:sym typeface="Noto Sans Symbols"/>
            </a:endParaRPr>
          </a:p>
        </p:txBody>
      </p:sp>
      <p:sp>
        <p:nvSpPr>
          <p:cNvPr id="646" name="Google Shape;646;p35"/>
          <p:cNvSpPr/>
          <p:nvPr/>
        </p:nvSpPr>
        <p:spPr>
          <a:xfrm>
            <a:off x="552275" y="1302820"/>
            <a:ext cx="3476100" cy="289500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endParaRPr sz="1600" b="0" i="0" u="none" strike="noStrike" cap="none">
              <a:solidFill>
                <a:srgbClr val="000000"/>
              </a:solidFill>
              <a:latin typeface="Noto Sans Symbols"/>
              <a:ea typeface="Noto Sans Symbols"/>
              <a:cs typeface="Noto Sans Symbols"/>
              <a:sym typeface="Noto Sans Symbols"/>
            </a:endParaRPr>
          </a:p>
        </p:txBody>
      </p:sp>
      <p:pic>
        <p:nvPicPr>
          <p:cNvPr id="647" name="Google Shape;647;p35"/>
          <p:cNvPicPr preferRelativeResize="0"/>
          <p:nvPr/>
        </p:nvPicPr>
        <p:blipFill rotWithShape="1">
          <a:blip r:embed="rId3">
            <a:alphaModFix/>
          </a:blip>
          <a:srcRect/>
          <a:stretch/>
        </p:blipFill>
        <p:spPr>
          <a:xfrm>
            <a:off x="6213950" y="3546475"/>
            <a:ext cx="1672400" cy="1115800"/>
          </a:xfrm>
          <a:prstGeom prst="rect">
            <a:avLst/>
          </a:prstGeom>
          <a:noFill/>
          <a:ln>
            <a:noFill/>
          </a:ln>
        </p:spPr>
      </p:pic>
      <p:pic>
        <p:nvPicPr>
          <p:cNvPr id="648" name="Google Shape;648;p35"/>
          <p:cNvPicPr preferRelativeResize="0"/>
          <p:nvPr/>
        </p:nvPicPr>
        <p:blipFill>
          <a:blip r:embed="rId4">
            <a:alphaModFix/>
          </a:blip>
          <a:stretch>
            <a:fillRect/>
          </a:stretch>
        </p:blipFill>
        <p:spPr>
          <a:xfrm>
            <a:off x="3179775" y="2665123"/>
            <a:ext cx="2430100" cy="1215075"/>
          </a:xfrm>
          <a:prstGeom prst="rect">
            <a:avLst/>
          </a:prstGeom>
          <a:noFill/>
          <a:ln>
            <a:noFill/>
          </a:ln>
        </p:spPr>
      </p:pic>
      <p:pic>
        <p:nvPicPr>
          <p:cNvPr id="649" name="Google Shape;649;p35"/>
          <p:cNvPicPr preferRelativeResize="0"/>
          <p:nvPr/>
        </p:nvPicPr>
        <p:blipFill rotWithShape="1">
          <a:blip r:embed="rId5">
            <a:alphaModFix/>
          </a:blip>
          <a:srcRect/>
          <a:stretch/>
        </p:blipFill>
        <p:spPr>
          <a:xfrm>
            <a:off x="820775" y="3546478"/>
            <a:ext cx="2726999" cy="1533925"/>
          </a:xfrm>
          <a:prstGeom prst="rect">
            <a:avLst/>
          </a:prstGeom>
          <a:noFill/>
          <a:ln>
            <a:noFill/>
          </a:ln>
        </p:spPr>
      </p:pic>
      <p:sp>
        <p:nvSpPr>
          <p:cNvPr id="650" name="Google Shape;650;p35"/>
          <p:cNvSpPr/>
          <p:nvPr/>
        </p:nvSpPr>
        <p:spPr>
          <a:xfrm>
            <a:off x="4028375" y="532525"/>
            <a:ext cx="34761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2250">
                <a:solidFill>
                  <a:srgbClr val="494949"/>
                </a:solidFill>
                <a:latin typeface="Fjalla One"/>
                <a:ea typeface="Fjalla One"/>
                <a:cs typeface="Fjalla One"/>
                <a:sym typeface="Fjalla One"/>
              </a:rPr>
              <a:t>Benefits from Cloud services</a:t>
            </a:r>
            <a:endParaRPr sz="2250" i="0" u="none" strike="noStrike" cap="none">
              <a:solidFill>
                <a:srgbClr val="000000"/>
              </a:solidFill>
              <a:latin typeface="Fjalla One"/>
              <a:ea typeface="Fjalla One"/>
              <a:cs typeface="Fjalla One"/>
              <a:sym typeface="Fjalla One"/>
            </a:endParaRPr>
          </a:p>
        </p:txBody>
      </p:sp>
      <p:sp>
        <p:nvSpPr>
          <p:cNvPr id="651" name="Google Shape;651;p35"/>
          <p:cNvSpPr/>
          <p:nvPr/>
        </p:nvSpPr>
        <p:spPr>
          <a:xfrm>
            <a:off x="4227946" y="1016837"/>
            <a:ext cx="4299600" cy="13245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Cost  reduction</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Scalability       </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Greater productivity</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Remote access </a:t>
            </a:r>
            <a:endParaRPr sz="1600">
              <a:solidFill>
                <a:srgbClr val="494949"/>
              </a:solidFill>
              <a:latin typeface="Barlow Semi Condensed"/>
              <a:ea typeface="Barlow Semi Condensed"/>
              <a:cs typeface="Barlow Semi Condensed"/>
              <a:sym typeface="Barlow Semi Condensed"/>
            </a:endParaRPr>
          </a:p>
        </p:txBody>
      </p:sp>
      <p:sp>
        <p:nvSpPr>
          <p:cNvPr id="652" name="Google Shape;652;p35"/>
          <p:cNvSpPr/>
          <p:nvPr/>
        </p:nvSpPr>
        <p:spPr>
          <a:xfrm>
            <a:off x="0" y="490513"/>
            <a:ext cx="4221600" cy="352200"/>
          </a:xfrm>
          <a:prstGeom prst="rect">
            <a:avLst/>
          </a:prstGeom>
          <a:noFill/>
          <a:ln>
            <a:noFill/>
          </a:ln>
        </p:spPr>
        <p:txBody>
          <a:bodyPr spcFirstLastPara="1" wrap="square" lIns="91425" tIns="45700" rIns="91425" bIns="45700" anchor="t" anchorCtr="0">
            <a:noAutofit/>
          </a:bodyPr>
          <a:lstStyle/>
          <a:p>
            <a:pPr marL="0" marR="0" lvl="0" indent="0" algn="ctr" rtl="0">
              <a:lnSpc>
                <a:spcPct val="80001"/>
              </a:lnSpc>
              <a:spcBef>
                <a:spcPts val="0"/>
              </a:spcBef>
              <a:spcAft>
                <a:spcPts val="0"/>
              </a:spcAft>
              <a:buNone/>
            </a:pPr>
            <a:r>
              <a:rPr lang="pt-PT" sz="2260">
                <a:solidFill>
                  <a:srgbClr val="494949"/>
                </a:solidFill>
                <a:latin typeface="Fjalla One"/>
                <a:ea typeface="Fjalla One"/>
                <a:cs typeface="Fjalla One"/>
                <a:sym typeface="Fjalla One"/>
              </a:rPr>
              <a:t>Cloud Services in companies</a:t>
            </a:r>
            <a:endParaRPr sz="2260" i="0" u="none" strike="noStrike" cap="none">
              <a:solidFill>
                <a:srgbClr val="000000"/>
              </a:solidFill>
              <a:latin typeface="Fjalla One"/>
              <a:ea typeface="Fjalla One"/>
              <a:cs typeface="Fjalla One"/>
              <a:sym typeface="Fjalla One"/>
            </a:endParaRPr>
          </a:p>
        </p:txBody>
      </p:sp>
      <p:sp>
        <p:nvSpPr>
          <p:cNvPr id="653" name="Google Shape;653;p35"/>
          <p:cNvSpPr/>
          <p:nvPr/>
        </p:nvSpPr>
        <p:spPr>
          <a:xfrm>
            <a:off x="693521" y="1112675"/>
            <a:ext cx="4299600" cy="1324500"/>
          </a:xfrm>
          <a:prstGeom prst="rect">
            <a:avLst/>
          </a:prstGeom>
          <a:noFill/>
          <a:ln>
            <a:noFill/>
          </a:ln>
        </p:spPr>
        <p:txBody>
          <a:bodyPr spcFirstLastPara="1" wrap="square" lIns="91425" tIns="45700" rIns="91425" bIns="45700" anchor="t" anchorCtr="0">
            <a:noAutofit/>
          </a:bodyPr>
          <a:lstStyle/>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Stock online </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Remote work       </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Communication</a:t>
            </a:r>
            <a:endParaRPr sz="1600">
              <a:solidFill>
                <a:srgbClr val="494949"/>
              </a:solidFill>
              <a:latin typeface="Barlow Semi Condensed"/>
              <a:ea typeface="Barlow Semi Condensed"/>
              <a:cs typeface="Barlow Semi Condensed"/>
              <a:sym typeface="Barlow Semi Condensed"/>
            </a:endParaRPr>
          </a:p>
          <a:p>
            <a:pPr marL="457200" marR="0" lvl="0" indent="-330200" algn="l" rtl="0">
              <a:lnSpc>
                <a:spcPct val="150000"/>
              </a:lnSpc>
              <a:spcBef>
                <a:spcPts val="0"/>
              </a:spcBef>
              <a:spcAft>
                <a:spcPts val="0"/>
              </a:spcAft>
              <a:buClr>
                <a:srgbClr val="494949"/>
              </a:buClr>
              <a:buSzPts val="1600"/>
              <a:buFont typeface="Barlow Semi Condensed"/>
              <a:buChar char="●"/>
            </a:pPr>
            <a:r>
              <a:rPr lang="pt-PT" sz="1600">
                <a:solidFill>
                  <a:srgbClr val="494949"/>
                </a:solidFill>
                <a:latin typeface="Barlow Semi Condensed"/>
                <a:ea typeface="Barlow Semi Condensed"/>
                <a:cs typeface="Barlow Semi Condensed"/>
                <a:sym typeface="Barlow Semi Condensed"/>
              </a:rPr>
              <a:t>Backup and security</a:t>
            </a:r>
            <a:endParaRPr sz="1600">
              <a:solidFill>
                <a:srgbClr val="494949"/>
              </a:solidFill>
              <a:latin typeface="Barlow Semi Condensed"/>
              <a:ea typeface="Barlow Semi Condensed"/>
              <a:cs typeface="Barlow Semi Condensed"/>
              <a:sym typeface="Barlow Semi Condense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36"/>
          <p:cNvSpPr txBox="1"/>
          <p:nvPr/>
        </p:nvSpPr>
        <p:spPr>
          <a:xfrm>
            <a:off x="632725" y="367400"/>
            <a:ext cx="2633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PT" sz="3200"/>
              <a:t>References</a:t>
            </a:r>
            <a:endParaRPr sz="3200"/>
          </a:p>
        </p:txBody>
      </p:sp>
      <p:sp>
        <p:nvSpPr>
          <p:cNvPr id="659" name="Google Shape;659;p36"/>
          <p:cNvSpPr/>
          <p:nvPr/>
        </p:nvSpPr>
        <p:spPr>
          <a:xfrm>
            <a:off x="773525" y="1163400"/>
            <a:ext cx="8064300" cy="363300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None/>
            </a:pPr>
            <a:r>
              <a:rPr lang="pt-PT" sz="1100" u="sng">
                <a:solidFill>
                  <a:srgbClr val="1155CC"/>
                </a:solidFill>
                <a:hlinkClick r:id="rId3">
                  <a:extLst>
                    <a:ext uri="{A12FA001-AC4F-418D-AE19-62706E023703}">
                      <ahyp:hlinkClr xmlns:ahyp="http://schemas.microsoft.com/office/drawing/2018/hyperlinkcolor" val="tx"/>
                    </a:ext>
                  </a:extLst>
                </a:hlinkClick>
              </a:rPr>
              <a:t>https://cloud.google.com/learn/what-is-cloud-computing</a:t>
            </a:r>
            <a:endParaRPr sz="1100" u="sng">
              <a:solidFill>
                <a:srgbClr val="1155CC"/>
              </a:solidFill>
            </a:endParaRPr>
          </a:p>
          <a:p>
            <a:pPr marL="0" lvl="0" indent="0" algn="l" rtl="0">
              <a:lnSpc>
                <a:spcPct val="150000"/>
              </a:lnSpc>
              <a:spcBef>
                <a:spcPts val="800"/>
              </a:spcBef>
              <a:spcAft>
                <a:spcPts val="0"/>
              </a:spcAft>
              <a:buNone/>
            </a:pPr>
            <a:r>
              <a:rPr lang="pt-PT" sz="1100" u="sng">
                <a:solidFill>
                  <a:srgbClr val="1155CC"/>
                </a:solidFill>
                <a:hlinkClick r:id="rId4">
                  <a:extLst>
                    <a:ext uri="{A12FA001-AC4F-418D-AE19-62706E023703}">
                      <ahyp:hlinkClr xmlns:ahyp="http://schemas.microsoft.com/office/drawing/2018/hyperlinkcolor" val="tx"/>
                    </a:ext>
                  </a:extLst>
                </a:hlinkClick>
              </a:rPr>
              <a:t>https://www.oracle.com/europe/cloud/what-is-cloud-computing/</a:t>
            </a:r>
            <a:endParaRPr sz="1100" u="sng">
              <a:solidFill>
                <a:srgbClr val="1155CC"/>
              </a:solidFill>
            </a:endParaRPr>
          </a:p>
          <a:p>
            <a:pPr marL="0" lvl="0" indent="0" algn="l" rtl="0">
              <a:lnSpc>
                <a:spcPct val="115000"/>
              </a:lnSpc>
              <a:spcBef>
                <a:spcPts val="800"/>
              </a:spcBef>
              <a:spcAft>
                <a:spcPts val="0"/>
              </a:spcAft>
              <a:buNone/>
            </a:pPr>
            <a:r>
              <a:rPr lang="pt-PT" sz="1100" u="sng">
                <a:solidFill>
                  <a:schemeClr val="hlink"/>
                </a:solidFill>
                <a:hlinkClick r:id="rId5"/>
              </a:rPr>
              <a:t>https://www.opit.com/magazine/advantages-of-cloud-computing/</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6"/>
              </a:rPr>
              <a:t>https://devot.team/blog/advantages-and-disadvantages-of-cloud-computing</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7"/>
              </a:rPr>
              <a:t>https://www.future-processing.com/blog/the-advantages-and-disadvantages-of-cloud-computing/</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8"/>
              </a:rPr>
              <a:t>https://www.youtube.com/watch?v=sLN1KNOX68M</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9"/>
              </a:rPr>
              <a:t>https://www.ainfosys.com/tutorials/cloud-vs-local-server/</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10"/>
              </a:rPr>
              <a:t>https://www.youtube.com/watch?v=uhcV9Uo_N0c</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11"/>
              </a:rPr>
              <a:t>https://www.youtube.com/watch?v=qQGUttofN0w</a:t>
            </a:r>
            <a:endParaRPr sz="1100" u="sng">
              <a:solidFill>
                <a:schemeClr val="hlink"/>
              </a:solidFill>
            </a:endParaRPr>
          </a:p>
          <a:p>
            <a:pPr marL="0" lvl="0" indent="0" algn="l" rtl="0">
              <a:lnSpc>
                <a:spcPct val="115000"/>
              </a:lnSpc>
              <a:spcBef>
                <a:spcPts val="800"/>
              </a:spcBef>
              <a:spcAft>
                <a:spcPts val="0"/>
              </a:spcAft>
              <a:buNone/>
            </a:pPr>
            <a:r>
              <a:rPr lang="pt-PT" sz="1100" u="sng">
                <a:solidFill>
                  <a:schemeClr val="hlink"/>
                </a:solidFill>
                <a:hlinkClick r:id="rId12"/>
              </a:rPr>
              <a:t>https://www.youtube.com/watch?v=-zJ4yrD5jKw</a:t>
            </a:r>
            <a:endParaRPr sz="1100" u="sng">
              <a:solidFill>
                <a:schemeClr val="hlink"/>
              </a:solidFill>
            </a:endParaRPr>
          </a:p>
          <a:p>
            <a:pPr marL="0" marR="0" lvl="0" indent="0" algn="l" rtl="0">
              <a:lnSpc>
                <a:spcPct val="150000"/>
              </a:lnSpc>
              <a:spcBef>
                <a:spcPts val="800"/>
              </a:spcBef>
              <a:spcAft>
                <a:spcPts val="0"/>
              </a:spcAft>
              <a:buNone/>
            </a:pPr>
            <a:r>
              <a:rPr lang="pt-PT" sz="1600"/>
              <a:t> </a:t>
            </a:r>
            <a:r>
              <a:rPr lang="pt-PT" sz="1100" u="sng">
                <a:solidFill>
                  <a:schemeClr val="hlink"/>
                </a:solidFill>
                <a:hlinkClick r:id="rId13"/>
              </a:rPr>
              <a:t>https://www.cloudflare.com/learning/?utm_source=chatgpt.com</a:t>
            </a:r>
            <a:endParaRPr sz="1100" u="sng">
              <a:solidFill>
                <a:schemeClr val="hlink"/>
              </a:solidFill>
            </a:endParaRPr>
          </a:p>
          <a:p>
            <a:pPr marL="0" lvl="0" indent="0" algn="l" rtl="0">
              <a:lnSpc>
                <a:spcPct val="115000"/>
              </a:lnSpc>
              <a:spcBef>
                <a:spcPts val="0"/>
              </a:spcBef>
              <a:spcAft>
                <a:spcPts val="0"/>
              </a:spcAft>
              <a:buNone/>
            </a:pPr>
            <a:r>
              <a:rPr lang="pt-PT" sz="1100" u="sng">
                <a:solidFill>
                  <a:schemeClr val="hlink"/>
                </a:solidFill>
                <a:hlinkClick r:id="rId14"/>
              </a:rPr>
              <a:t>https://tryhackme.com/?utm_source=chatgpt.com</a:t>
            </a:r>
            <a:endParaRPr sz="1100" u="sng">
              <a:solidFill>
                <a:schemeClr val="hlink"/>
              </a:solidFill>
            </a:endParaRPr>
          </a:p>
          <a:p>
            <a:pPr marL="0" marR="0" lvl="0" indent="0" algn="l" rtl="0">
              <a:lnSpc>
                <a:spcPct val="150000"/>
              </a:lnSpc>
              <a:spcBef>
                <a:spcPts val="800"/>
              </a:spcBef>
              <a:spcAft>
                <a:spcPts val="0"/>
              </a:spcAft>
              <a:buNone/>
            </a:pPr>
            <a:endParaRPr sz="1600"/>
          </a:p>
          <a:p>
            <a:pPr marL="0" marR="0" lvl="0" indent="0" algn="l" rtl="0">
              <a:lnSpc>
                <a:spcPct val="150000"/>
              </a:lnSpc>
              <a:spcBef>
                <a:spcPts val="0"/>
              </a:spcBef>
              <a:spcAft>
                <a:spcPts val="0"/>
              </a:spcAft>
              <a:buNone/>
            </a:pPr>
            <a:endParaRPr b="1"/>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1381</Words>
  <Application>Microsoft Office PowerPoint</Application>
  <PresentationFormat>Apresentação no Ecrã (16:9)</PresentationFormat>
  <Paragraphs>162</Paragraphs>
  <Slides>28</Slides>
  <Notes>28</Notes>
  <HiddenSlides>0</HiddenSlides>
  <MMClips>0</MMClips>
  <ScaleCrop>false</ScaleCrop>
  <HeadingPairs>
    <vt:vector size="6" baseType="variant">
      <vt:variant>
        <vt:lpstr>Tipos de letra usados</vt:lpstr>
      </vt:variant>
      <vt:variant>
        <vt:i4>5</vt:i4>
      </vt:variant>
      <vt:variant>
        <vt:lpstr>Tema</vt:lpstr>
      </vt:variant>
      <vt:variant>
        <vt:i4>3</vt:i4>
      </vt:variant>
      <vt:variant>
        <vt:lpstr>Títulos dos diapositivos</vt:lpstr>
      </vt:variant>
      <vt:variant>
        <vt:i4>28</vt:i4>
      </vt:variant>
    </vt:vector>
  </HeadingPairs>
  <TitlesOfParts>
    <vt:vector size="36" baseType="lpstr">
      <vt:lpstr>Noto Sans Symbols</vt:lpstr>
      <vt:lpstr>Barlow Semi Condensed Medium</vt:lpstr>
      <vt:lpstr>Fjalla One</vt:lpstr>
      <vt:lpstr>Barlow Semi Condensed</vt:lpstr>
      <vt:lpstr>Arial</vt:lpstr>
      <vt:lpstr>Technology Consulting by Slidesgo</vt:lpstr>
      <vt:lpstr>Technology Consulting by Slidesgo</vt:lpstr>
      <vt:lpstr>Technology Consulting by Slidesgo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Inês Santos</cp:lastModifiedBy>
  <cp:revision>6</cp:revision>
  <dcterms:modified xsi:type="dcterms:W3CDTF">2026-05-28T13:09:54Z</dcterms:modified>
</cp:coreProperties>
</file>